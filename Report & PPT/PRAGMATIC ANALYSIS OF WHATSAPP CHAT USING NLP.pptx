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4415" r:id="rId2"/>
    <p:sldMasterId id="2147484403" r:id="rId3"/>
    <p:sldMasterId id="2147484391" r:id="rId4"/>
    <p:sldMasterId id="2147483913" r:id="rId5"/>
  </p:sldMasterIdLst>
  <p:notesMasterIdLst>
    <p:notesMasterId r:id="rId46"/>
  </p:notesMasterIdLst>
  <p:sldIdLst>
    <p:sldId id="672" r:id="rId6"/>
    <p:sldId id="702" r:id="rId7"/>
    <p:sldId id="725" r:id="rId8"/>
    <p:sldId id="703" r:id="rId9"/>
    <p:sldId id="715" r:id="rId10"/>
    <p:sldId id="673" r:id="rId11"/>
    <p:sldId id="721" r:id="rId12"/>
    <p:sldId id="726" r:id="rId13"/>
    <p:sldId id="719" r:id="rId14"/>
    <p:sldId id="684" r:id="rId15"/>
    <p:sldId id="706" r:id="rId16"/>
    <p:sldId id="716" r:id="rId17"/>
    <p:sldId id="717" r:id="rId18"/>
    <p:sldId id="718" r:id="rId19"/>
    <p:sldId id="685" r:id="rId20"/>
    <p:sldId id="731" r:id="rId21"/>
    <p:sldId id="734" r:id="rId22"/>
    <p:sldId id="746" r:id="rId23"/>
    <p:sldId id="722" r:id="rId24"/>
    <p:sldId id="733" r:id="rId25"/>
    <p:sldId id="747" r:id="rId26"/>
    <p:sldId id="735" r:id="rId27"/>
    <p:sldId id="748" r:id="rId28"/>
    <p:sldId id="736" r:id="rId29"/>
    <p:sldId id="749" r:id="rId30"/>
    <p:sldId id="737" r:id="rId31"/>
    <p:sldId id="738" r:id="rId32"/>
    <p:sldId id="739" r:id="rId33"/>
    <p:sldId id="740" r:id="rId34"/>
    <p:sldId id="741" r:id="rId35"/>
    <p:sldId id="742" r:id="rId36"/>
    <p:sldId id="743" r:id="rId37"/>
    <p:sldId id="745" r:id="rId38"/>
    <p:sldId id="753" r:id="rId39"/>
    <p:sldId id="714" r:id="rId40"/>
    <p:sldId id="727" r:id="rId41"/>
    <p:sldId id="728" r:id="rId42"/>
    <p:sldId id="729" r:id="rId43"/>
    <p:sldId id="698" r:id="rId44"/>
    <p:sldId id="701" r:id="rId4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2260">
          <p15:clr>
            <a:srgbClr val="A4A3A4"/>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2800"/>
    <a:srgbClr val="CC330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81" d="100"/>
          <a:sy n="81" d="100"/>
        </p:scale>
        <p:origin x="1454" y="48"/>
      </p:cViewPr>
      <p:guideLst>
        <p:guide orient="horz" pos="2160"/>
        <p:guide orient="horz" pos="2260"/>
        <p:guide pos="2880"/>
      </p:guideLst>
    </p:cSldViewPr>
  </p:slideViewPr>
  <p:notesTextViewPr>
    <p:cViewPr>
      <p:scale>
        <a:sx n="100" d="100"/>
        <a:sy n="100" d="100"/>
      </p:scale>
      <p:origin x="0" y="0"/>
    </p:cViewPr>
  </p:notesTextViewPr>
  <p:sorterViewPr>
    <p:cViewPr>
      <p:scale>
        <a:sx n="100" d="100"/>
        <a:sy n="100" d="100"/>
      </p:scale>
      <p:origin x="0" y="-2580"/>
    </p:cViewPr>
  </p:sorterViewPr>
  <p:gridSpacing cx="68400" cy="684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D2BEAF-D92C-411E-B3E1-51739B406889}"/>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dirty="0"/>
          </a:p>
        </p:txBody>
      </p:sp>
      <p:sp>
        <p:nvSpPr>
          <p:cNvPr id="3" name="Date Placeholder 2">
            <a:extLst>
              <a:ext uri="{FF2B5EF4-FFF2-40B4-BE49-F238E27FC236}">
                <a16:creationId xmlns:a16="http://schemas.microsoft.com/office/drawing/2014/main" id="{B5E796BE-FE84-4F1A-8B4B-9443EF501CC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19EC2568-27CD-4271-AD66-2228A9AE10F4}" type="datetimeFigureOut">
              <a:rPr lang="en-US"/>
              <a:pPr>
                <a:defRPr/>
              </a:pPr>
              <a:t>4/13/2024</a:t>
            </a:fld>
            <a:endParaRPr lang="en-US" dirty="0"/>
          </a:p>
        </p:txBody>
      </p:sp>
      <p:sp>
        <p:nvSpPr>
          <p:cNvPr id="4" name="Slide Image Placeholder 3">
            <a:extLst>
              <a:ext uri="{FF2B5EF4-FFF2-40B4-BE49-F238E27FC236}">
                <a16:creationId xmlns:a16="http://schemas.microsoft.com/office/drawing/2014/main" id="{BDE589B3-C8A5-4A41-AF6C-8A094F15A46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762F673F-C08B-41B7-8BFA-E2A4C7C6DE02}"/>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06010C2-144F-45F6-A5CF-105A1500E7A7}"/>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dirty="0"/>
          </a:p>
        </p:txBody>
      </p:sp>
      <p:sp>
        <p:nvSpPr>
          <p:cNvPr id="7" name="Slide Number Placeholder 6">
            <a:extLst>
              <a:ext uri="{FF2B5EF4-FFF2-40B4-BE49-F238E27FC236}">
                <a16:creationId xmlns:a16="http://schemas.microsoft.com/office/drawing/2014/main" id="{F99513FB-6BAD-46E0-816B-69D46BD6D57F}"/>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CD15F1DC-2C29-4D4F-A078-BEC97C7D7121}" type="slidenum">
              <a:rPr lang="en-US" altLang="en-US"/>
              <a:pPr/>
              <a:t>‹#›</a:t>
            </a:fld>
            <a:endParaRPr lang="en-US" altLang="en-US" dirty="0"/>
          </a:p>
        </p:txBody>
      </p:sp>
    </p:spTree>
    <p:extLst>
      <p:ext uri="{BB962C8B-B14F-4D97-AF65-F5344CB8AC3E}">
        <p14:creationId xmlns:p14="http://schemas.microsoft.com/office/powerpoint/2010/main" val="16051131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372AAAB-D92A-4578-9D59-07160904EBC6}"/>
              </a:ext>
            </a:extLst>
          </p:cNvPr>
          <p:cNvSpPr>
            <a:spLocks noGrp="1"/>
          </p:cNvSpPr>
          <p:nvPr>
            <p:ph type="dt" sz="half" idx="10"/>
          </p:nvPr>
        </p:nvSpPr>
        <p:spPr>
          <a:xfrm>
            <a:off x="457200" y="6356350"/>
            <a:ext cx="2133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5" name="Footer Placeholder 4">
            <a:extLst>
              <a:ext uri="{FF2B5EF4-FFF2-40B4-BE49-F238E27FC236}">
                <a16:creationId xmlns:a16="http://schemas.microsoft.com/office/drawing/2014/main" id="{18A021AE-2B09-4FD1-9AF3-0AC1049A5C15}"/>
              </a:ext>
            </a:extLst>
          </p:cNvPr>
          <p:cNvSpPr>
            <a:spLocks noGrp="1"/>
          </p:cNvSpPr>
          <p:nvPr>
            <p:ph type="ftr" sz="quarter" idx="11"/>
          </p:nvPr>
        </p:nvSpPr>
        <p:spPr>
          <a:xfrm>
            <a:off x="3124200" y="6356350"/>
            <a:ext cx="2895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6" name="Slide Number Placeholder 5">
            <a:extLst>
              <a:ext uri="{FF2B5EF4-FFF2-40B4-BE49-F238E27FC236}">
                <a16:creationId xmlns:a16="http://schemas.microsoft.com/office/drawing/2014/main" id="{15B5EF0D-9E8D-4C98-9F6A-F74B6DFCA70F}"/>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6319A7D7-FDE0-47D5-BDD9-A7C19E5E0B16}" type="slidenum">
              <a:rPr lang="en-US" altLang="en-US"/>
              <a:pPr/>
              <a:t>‹#›</a:t>
            </a:fld>
            <a:endParaRPr lang="en-US" altLang="en-US" dirty="0"/>
          </a:p>
        </p:txBody>
      </p:sp>
    </p:spTree>
    <p:extLst>
      <p:ext uri="{BB962C8B-B14F-4D97-AF65-F5344CB8AC3E}">
        <p14:creationId xmlns:p14="http://schemas.microsoft.com/office/powerpoint/2010/main" val="980923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C549DB-7840-4425-B8FE-C3504A87B31A}"/>
              </a:ext>
            </a:extLst>
          </p:cNvPr>
          <p:cNvSpPr>
            <a:spLocks noGrp="1"/>
          </p:cNvSpPr>
          <p:nvPr>
            <p:ph type="dt" sz="half" idx="10"/>
          </p:nvPr>
        </p:nvSpPr>
        <p:spPr>
          <a:xfrm>
            <a:off x="457200" y="6356350"/>
            <a:ext cx="2133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5" name="Footer Placeholder 4">
            <a:extLst>
              <a:ext uri="{FF2B5EF4-FFF2-40B4-BE49-F238E27FC236}">
                <a16:creationId xmlns:a16="http://schemas.microsoft.com/office/drawing/2014/main" id="{8EADDE33-D4B1-46A6-862A-B7055E86B9F0}"/>
              </a:ext>
            </a:extLst>
          </p:cNvPr>
          <p:cNvSpPr>
            <a:spLocks noGrp="1"/>
          </p:cNvSpPr>
          <p:nvPr>
            <p:ph type="ftr" sz="quarter" idx="11"/>
          </p:nvPr>
        </p:nvSpPr>
        <p:spPr>
          <a:xfrm>
            <a:off x="3124200" y="6356350"/>
            <a:ext cx="2895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6" name="Slide Number Placeholder 5">
            <a:extLst>
              <a:ext uri="{FF2B5EF4-FFF2-40B4-BE49-F238E27FC236}">
                <a16:creationId xmlns:a16="http://schemas.microsoft.com/office/drawing/2014/main" id="{F087139C-3576-40DF-99A8-E3E881474311}"/>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3AC78790-887F-45E4-ABEA-3AAE773B7739}" type="slidenum">
              <a:rPr lang="en-US" altLang="en-US"/>
              <a:pPr/>
              <a:t>‹#›</a:t>
            </a:fld>
            <a:endParaRPr lang="en-US" altLang="en-US" dirty="0"/>
          </a:p>
        </p:txBody>
      </p:sp>
    </p:spTree>
    <p:extLst>
      <p:ext uri="{BB962C8B-B14F-4D97-AF65-F5344CB8AC3E}">
        <p14:creationId xmlns:p14="http://schemas.microsoft.com/office/powerpoint/2010/main" val="54033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892F35-0529-4E14-B453-FD7FE8089C7B}"/>
              </a:ext>
            </a:extLst>
          </p:cNvPr>
          <p:cNvSpPr>
            <a:spLocks noGrp="1"/>
          </p:cNvSpPr>
          <p:nvPr>
            <p:ph type="dt" sz="half" idx="10"/>
          </p:nvPr>
        </p:nvSpPr>
        <p:spPr>
          <a:xfrm>
            <a:off x="457200" y="6356350"/>
            <a:ext cx="2133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5" name="Footer Placeholder 4">
            <a:extLst>
              <a:ext uri="{FF2B5EF4-FFF2-40B4-BE49-F238E27FC236}">
                <a16:creationId xmlns:a16="http://schemas.microsoft.com/office/drawing/2014/main" id="{8A39A99E-8595-4621-ACEC-65BE0585A2F7}"/>
              </a:ext>
            </a:extLst>
          </p:cNvPr>
          <p:cNvSpPr>
            <a:spLocks noGrp="1"/>
          </p:cNvSpPr>
          <p:nvPr>
            <p:ph type="ftr" sz="quarter" idx="11"/>
          </p:nvPr>
        </p:nvSpPr>
        <p:spPr>
          <a:xfrm>
            <a:off x="3124200" y="6356350"/>
            <a:ext cx="2895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6" name="Slide Number Placeholder 5">
            <a:extLst>
              <a:ext uri="{FF2B5EF4-FFF2-40B4-BE49-F238E27FC236}">
                <a16:creationId xmlns:a16="http://schemas.microsoft.com/office/drawing/2014/main" id="{146F6AA5-86D9-4B37-8888-E7A69F8F7C9D}"/>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700F402B-5236-4973-A7AC-39AEC62DA4FD}" type="slidenum">
              <a:rPr lang="en-US" altLang="en-US"/>
              <a:pPr/>
              <a:t>‹#›</a:t>
            </a:fld>
            <a:endParaRPr lang="en-US" altLang="en-US" dirty="0"/>
          </a:p>
        </p:txBody>
      </p:sp>
    </p:spTree>
    <p:extLst>
      <p:ext uri="{BB962C8B-B14F-4D97-AF65-F5344CB8AC3E}">
        <p14:creationId xmlns:p14="http://schemas.microsoft.com/office/powerpoint/2010/main" val="1046256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23850" y="2619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789F4484-76A5-4353-BD0A-90D17438A791}"/>
              </a:ext>
            </a:extLst>
          </p:cNvPr>
          <p:cNvSpPr>
            <a:spLocks noGrp="1"/>
          </p:cNvSpPr>
          <p:nvPr>
            <p:ph type="dt" sz="half" idx="10"/>
          </p:nvPr>
        </p:nvSpPr>
        <p:spPr>
          <a:xfrm>
            <a:off x="457200" y="6356350"/>
            <a:ext cx="2133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6" name="Footer Placeholder 4">
            <a:extLst>
              <a:ext uri="{FF2B5EF4-FFF2-40B4-BE49-F238E27FC236}">
                <a16:creationId xmlns:a16="http://schemas.microsoft.com/office/drawing/2014/main" id="{3ADA7B86-BF7B-4842-BEF9-08B50C758A0D}"/>
              </a:ext>
            </a:extLst>
          </p:cNvPr>
          <p:cNvSpPr>
            <a:spLocks noGrp="1"/>
          </p:cNvSpPr>
          <p:nvPr>
            <p:ph type="ftr" sz="quarter" idx="11"/>
          </p:nvPr>
        </p:nvSpPr>
        <p:spPr>
          <a:xfrm>
            <a:off x="3124200" y="6356350"/>
            <a:ext cx="2895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7" name="Slide Number Placeholder 5">
            <a:extLst>
              <a:ext uri="{FF2B5EF4-FFF2-40B4-BE49-F238E27FC236}">
                <a16:creationId xmlns:a16="http://schemas.microsoft.com/office/drawing/2014/main" id="{3ECB73EC-ABF2-4CCB-94FD-FD28CA4AC132}"/>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199DC1D7-6ED7-454E-9725-3AA4CDDD04DE}" type="slidenum">
              <a:rPr lang="en-US" altLang="en-US"/>
              <a:pPr/>
              <a:t>‹#›</a:t>
            </a:fld>
            <a:endParaRPr lang="en-US" altLang="en-US" dirty="0"/>
          </a:p>
        </p:txBody>
      </p:sp>
    </p:spTree>
    <p:extLst>
      <p:ext uri="{BB962C8B-B14F-4D97-AF65-F5344CB8AC3E}">
        <p14:creationId xmlns:p14="http://schemas.microsoft.com/office/powerpoint/2010/main" val="540519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23850" y="2619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F3D3CC42-F008-4DA3-BCD1-0FB99F04256E}"/>
              </a:ext>
            </a:extLst>
          </p:cNvPr>
          <p:cNvSpPr>
            <a:spLocks noGrp="1"/>
          </p:cNvSpPr>
          <p:nvPr>
            <p:ph type="dt" sz="half" idx="10"/>
          </p:nvPr>
        </p:nvSpPr>
        <p:spPr>
          <a:xfrm>
            <a:off x="457200" y="6356350"/>
            <a:ext cx="2133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8" name="Footer Placeholder 4">
            <a:extLst>
              <a:ext uri="{FF2B5EF4-FFF2-40B4-BE49-F238E27FC236}">
                <a16:creationId xmlns:a16="http://schemas.microsoft.com/office/drawing/2014/main" id="{0E08ACC0-6FA2-4A5B-A6E7-6399C6566E56}"/>
              </a:ext>
            </a:extLst>
          </p:cNvPr>
          <p:cNvSpPr>
            <a:spLocks noGrp="1"/>
          </p:cNvSpPr>
          <p:nvPr>
            <p:ph type="ftr" sz="quarter" idx="11"/>
          </p:nvPr>
        </p:nvSpPr>
        <p:spPr>
          <a:xfrm>
            <a:off x="3124200" y="6356350"/>
            <a:ext cx="2895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9" name="Slide Number Placeholder 5">
            <a:extLst>
              <a:ext uri="{FF2B5EF4-FFF2-40B4-BE49-F238E27FC236}">
                <a16:creationId xmlns:a16="http://schemas.microsoft.com/office/drawing/2014/main" id="{F6EA8B06-C468-470E-BB08-CE11E29CB46A}"/>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7630D875-5866-4922-BD3D-7DECBBBEE909}" type="slidenum">
              <a:rPr lang="en-US" altLang="en-US"/>
              <a:pPr/>
              <a:t>‹#›</a:t>
            </a:fld>
            <a:endParaRPr lang="en-US" altLang="en-US" dirty="0"/>
          </a:p>
        </p:txBody>
      </p:sp>
    </p:spTree>
    <p:extLst>
      <p:ext uri="{BB962C8B-B14F-4D97-AF65-F5344CB8AC3E}">
        <p14:creationId xmlns:p14="http://schemas.microsoft.com/office/powerpoint/2010/main" val="3578206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23850" y="261938"/>
            <a:ext cx="8229600" cy="1143000"/>
          </a:xfrm>
          <a:prstGeom prst="rect">
            <a:avLst/>
          </a:prstGeom>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4BDAB802-1A39-4311-9F10-9845F72A2D91}"/>
              </a:ext>
            </a:extLst>
          </p:cNvPr>
          <p:cNvSpPr>
            <a:spLocks noGrp="1"/>
          </p:cNvSpPr>
          <p:nvPr>
            <p:ph type="dt" sz="half" idx="10"/>
          </p:nvPr>
        </p:nvSpPr>
        <p:spPr>
          <a:xfrm>
            <a:off x="457200" y="6356350"/>
            <a:ext cx="2133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4" name="Footer Placeholder 4">
            <a:extLst>
              <a:ext uri="{FF2B5EF4-FFF2-40B4-BE49-F238E27FC236}">
                <a16:creationId xmlns:a16="http://schemas.microsoft.com/office/drawing/2014/main" id="{5009D859-F6C5-42FD-AE34-BCF9ABB1B64B}"/>
              </a:ext>
            </a:extLst>
          </p:cNvPr>
          <p:cNvSpPr>
            <a:spLocks noGrp="1"/>
          </p:cNvSpPr>
          <p:nvPr>
            <p:ph type="ftr" sz="quarter" idx="11"/>
          </p:nvPr>
        </p:nvSpPr>
        <p:spPr>
          <a:xfrm>
            <a:off x="3124200" y="6356350"/>
            <a:ext cx="2895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5" name="Slide Number Placeholder 5">
            <a:extLst>
              <a:ext uri="{FF2B5EF4-FFF2-40B4-BE49-F238E27FC236}">
                <a16:creationId xmlns:a16="http://schemas.microsoft.com/office/drawing/2014/main" id="{BBBDB422-61DC-4834-9D60-D29D726BE094}"/>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B80D1D41-3A9C-4E09-955A-C860C6723936}" type="slidenum">
              <a:rPr lang="en-US" altLang="en-US"/>
              <a:pPr/>
              <a:t>‹#›</a:t>
            </a:fld>
            <a:endParaRPr lang="en-US" altLang="en-US" dirty="0"/>
          </a:p>
        </p:txBody>
      </p:sp>
    </p:spTree>
    <p:extLst>
      <p:ext uri="{BB962C8B-B14F-4D97-AF65-F5344CB8AC3E}">
        <p14:creationId xmlns:p14="http://schemas.microsoft.com/office/powerpoint/2010/main" val="1580119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071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3">
            <a:extLst>
              <a:ext uri="{FF2B5EF4-FFF2-40B4-BE49-F238E27FC236}">
                <a16:creationId xmlns:a16="http://schemas.microsoft.com/office/drawing/2014/main" id="{265F7AE7-62DF-4BF7-80E1-0047EA4417DA}"/>
              </a:ext>
            </a:extLst>
          </p:cNvPr>
          <p:cNvSpPr>
            <a:spLocks noGrp="1"/>
          </p:cNvSpPr>
          <p:nvPr>
            <p:ph type="dt" sz="half" idx="10"/>
          </p:nvPr>
        </p:nvSpPr>
        <p:spPr>
          <a:xfrm>
            <a:off x="457200" y="6356350"/>
            <a:ext cx="2133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5" name="Footer Placeholder 4">
            <a:extLst>
              <a:ext uri="{FF2B5EF4-FFF2-40B4-BE49-F238E27FC236}">
                <a16:creationId xmlns:a16="http://schemas.microsoft.com/office/drawing/2014/main" id="{B08F0670-BA75-4D45-8E80-A9F88216276E}"/>
              </a:ext>
            </a:extLst>
          </p:cNvPr>
          <p:cNvSpPr>
            <a:spLocks noGrp="1"/>
          </p:cNvSpPr>
          <p:nvPr>
            <p:ph type="ftr" sz="quarter" idx="11"/>
          </p:nvPr>
        </p:nvSpPr>
        <p:spPr>
          <a:xfrm>
            <a:off x="3124200" y="6356350"/>
            <a:ext cx="2895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6" name="Slide Number Placeholder 5">
            <a:extLst>
              <a:ext uri="{FF2B5EF4-FFF2-40B4-BE49-F238E27FC236}">
                <a16:creationId xmlns:a16="http://schemas.microsoft.com/office/drawing/2014/main" id="{5C230117-F1AA-46D2-8C82-CFBF1FDA5D24}"/>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1EE1FB86-CE8E-41C4-9D8A-6FE3F892D22F}" type="slidenum">
              <a:rPr lang="en-US" altLang="en-US"/>
              <a:pPr/>
              <a:t>‹#›</a:t>
            </a:fld>
            <a:endParaRPr lang="en-US" altLang="en-US" dirty="0"/>
          </a:p>
        </p:txBody>
      </p:sp>
    </p:spTree>
    <p:extLst>
      <p:ext uri="{BB962C8B-B14F-4D97-AF65-F5344CB8AC3E}">
        <p14:creationId xmlns:p14="http://schemas.microsoft.com/office/powerpoint/2010/main" val="4154705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IN" noProof="0" dirty="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7575673-5B5B-4E48-88D8-7CD009BA8AE7}"/>
              </a:ext>
            </a:extLst>
          </p:cNvPr>
          <p:cNvSpPr>
            <a:spLocks noGrp="1"/>
          </p:cNvSpPr>
          <p:nvPr>
            <p:ph type="dt" sz="half" idx="10"/>
          </p:nvPr>
        </p:nvSpPr>
        <p:spPr>
          <a:xfrm>
            <a:off x="457200" y="6356350"/>
            <a:ext cx="2133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6" name="Footer Placeholder 4">
            <a:extLst>
              <a:ext uri="{FF2B5EF4-FFF2-40B4-BE49-F238E27FC236}">
                <a16:creationId xmlns:a16="http://schemas.microsoft.com/office/drawing/2014/main" id="{3004D555-879C-4207-AF41-5175D6026095}"/>
              </a:ext>
            </a:extLst>
          </p:cNvPr>
          <p:cNvSpPr>
            <a:spLocks noGrp="1"/>
          </p:cNvSpPr>
          <p:nvPr>
            <p:ph type="ftr" sz="quarter" idx="11"/>
          </p:nvPr>
        </p:nvSpPr>
        <p:spPr>
          <a:xfrm>
            <a:off x="3124200" y="6356350"/>
            <a:ext cx="2895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7" name="Slide Number Placeholder 5">
            <a:extLst>
              <a:ext uri="{FF2B5EF4-FFF2-40B4-BE49-F238E27FC236}">
                <a16:creationId xmlns:a16="http://schemas.microsoft.com/office/drawing/2014/main" id="{A7495DA2-EC9E-4DAF-85FF-9B3226EFEE7D}"/>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FEFECCB2-2F9F-4E54-8C93-BDECA2AFF55B}" type="slidenum">
              <a:rPr lang="en-US" altLang="en-US"/>
              <a:pPr/>
              <a:t>‹#›</a:t>
            </a:fld>
            <a:endParaRPr lang="en-US" altLang="en-US" dirty="0"/>
          </a:p>
        </p:txBody>
      </p:sp>
    </p:spTree>
    <p:extLst>
      <p:ext uri="{BB962C8B-B14F-4D97-AF65-F5344CB8AC3E}">
        <p14:creationId xmlns:p14="http://schemas.microsoft.com/office/powerpoint/2010/main" val="2694672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23850" y="2619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6B97A0-7AAB-468A-95DE-A460074A7043}"/>
              </a:ext>
            </a:extLst>
          </p:cNvPr>
          <p:cNvSpPr>
            <a:spLocks noGrp="1"/>
          </p:cNvSpPr>
          <p:nvPr>
            <p:ph type="dt" sz="half" idx="10"/>
          </p:nvPr>
        </p:nvSpPr>
        <p:spPr>
          <a:xfrm>
            <a:off x="457200" y="6356350"/>
            <a:ext cx="2133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5" name="Footer Placeholder 4">
            <a:extLst>
              <a:ext uri="{FF2B5EF4-FFF2-40B4-BE49-F238E27FC236}">
                <a16:creationId xmlns:a16="http://schemas.microsoft.com/office/drawing/2014/main" id="{FAA36514-8E49-412E-A3F8-F401284AB67E}"/>
              </a:ext>
            </a:extLst>
          </p:cNvPr>
          <p:cNvSpPr>
            <a:spLocks noGrp="1"/>
          </p:cNvSpPr>
          <p:nvPr>
            <p:ph type="ftr" sz="quarter" idx="11"/>
          </p:nvPr>
        </p:nvSpPr>
        <p:spPr>
          <a:xfrm>
            <a:off x="3124200" y="6356350"/>
            <a:ext cx="2895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6" name="Slide Number Placeholder 5">
            <a:extLst>
              <a:ext uri="{FF2B5EF4-FFF2-40B4-BE49-F238E27FC236}">
                <a16:creationId xmlns:a16="http://schemas.microsoft.com/office/drawing/2014/main" id="{300CCB4B-B607-4A5A-9F82-F905F663F094}"/>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71DC372E-DD20-4558-AA85-C0BC93C8891B}" type="slidenum">
              <a:rPr lang="en-US" altLang="en-US"/>
              <a:pPr/>
              <a:t>‹#›</a:t>
            </a:fld>
            <a:endParaRPr lang="en-US" altLang="en-US" dirty="0"/>
          </a:p>
        </p:txBody>
      </p:sp>
    </p:spTree>
    <p:extLst>
      <p:ext uri="{BB962C8B-B14F-4D97-AF65-F5344CB8AC3E}">
        <p14:creationId xmlns:p14="http://schemas.microsoft.com/office/powerpoint/2010/main" val="1696482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F96F01-FB94-4884-8DA1-CA4933BB7C22}"/>
              </a:ext>
            </a:extLst>
          </p:cNvPr>
          <p:cNvSpPr>
            <a:spLocks noGrp="1"/>
          </p:cNvSpPr>
          <p:nvPr>
            <p:ph type="dt" sz="half" idx="10"/>
          </p:nvPr>
        </p:nvSpPr>
        <p:spPr>
          <a:xfrm>
            <a:off x="457200" y="6356350"/>
            <a:ext cx="2133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5" name="Footer Placeholder 4">
            <a:extLst>
              <a:ext uri="{FF2B5EF4-FFF2-40B4-BE49-F238E27FC236}">
                <a16:creationId xmlns:a16="http://schemas.microsoft.com/office/drawing/2014/main" id="{8E6D8594-30A2-4996-9FE2-A26928000B2A}"/>
              </a:ext>
            </a:extLst>
          </p:cNvPr>
          <p:cNvSpPr>
            <a:spLocks noGrp="1"/>
          </p:cNvSpPr>
          <p:nvPr>
            <p:ph type="ftr" sz="quarter" idx="11"/>
          </p:nvPr>
        </p:nvSpPr>
        <p:spPr>
          <a:xfrm>
            <a:off x="3124200" y="6356350"/>
            <a:ext cx="2895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6" name="Slide Number Placeholder 5">
            <a:extLst>
              <a:ext uri="{FF2B5EF4-FFF2-40B4-BE49-F238E27FC236}">
                <a16:creationId xmlns:a16="http://schemas.microsoft.com/office/drawing/2014/main" id="{FAF9D70C-E1EE-4233-A894-EAC98AB408FE}"/>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62C7DC7F-C0D5-453E-B9FD-49EBBFB59C82}" type="slidenum">
              <a:rPr lang="en-US" altLang="en-US"/>
              <a:pPr/>
              <a:t>‹#›</a:t>
            </a:fld>
            <a:endParaRPr lang="en-US" altLang="en-US" dirty="0"/>
          </a:p>
        </p:txBody>
      </p:sp>
    </p:spTree>
    <p:extLst>
      <p:ext uri="{BB962C8B-B14F-4D97-AF65-F5344CB8AC3E}">
        <p14:creationId xmlns:p14="http://schemas.microsoft.com/office/powerpoint/2010/main" val="4237631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E3D4D7-B4C7-4BDC-9D58-9D96201BEAC6}"/>
              </a:ext>
            </a:extLst>
          </p:cNvPr>
          <p:cNvSpPr>
            <a:spLocks noGrp="1"/>
          </p:cNvSpPr>
          <p:nvPr>
            <p:ph type="dt" sz="half" idx="10"/>
          </p:nvPr>
        </p:nvSpPr>
        <p:spPr>
          <a:xfrm>
            <a:off x="457200" y="6356350"/>
            <a:ext cx="2133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5" name="Footer Placeholder 4">
            <a:extLst>
              <a:ext uri="{FF2B5EF4-FFF2-40B4-BE49-F238E27FC236}">
                <a16:creationId xmlns:a16="http://schemas.microsoft.com/office/drawing/2014/main" id="{453C99DE-D102-430C-81B1-D6DE3E1984FA}"/>
              </a:ext>
            </a:extLst>
          </p:cNvPr>
          <p:cNvSpPr>
            <a:spLocks noGrp="1"/>
          </p:cNvSpPr>
          <p:nvPr>
            <p:ph type="ftr" sz="quarter" idx="11"/>
          </p:nvPr>
        </p:nvSpPr>
        <p:spPr>
          <a:xfrm>
            <a:off x="3124200" y="6356350"/>
            <a:ext cx="2895600" cy="365125"/>
          </a:xfrm>
          <a:prstGeom prst="rect">
            <a:avLst/>
          </a:prstGeom>
        </p:spPr>
        <p:txBody>
          <a:bodyPr/>
          <a:lstStyle>
            <a:lvl1pPr>
              <a:defRPr>
                <a:latin typeface="Arial" panose="020B0604020202020204" pitchFamily="34" charset="0"/>
              </a:defRPr>
            </a:lvl1pPr>
          </a:lstStyle>
          <a:p>
            <a:pPr>
              <a:defRPr/>
            </a:pPr>
            <a:endParaRPr lang="en-US" dirty="0"/>
          </a:p>
        </p:txBody>
      </p:sp>
      <p:sp>
        <p:nvSpPr>
          <p:cNvPr id="6" name="Slide Number Placeholder 5">
            <a:extLst>
              <a:ext uri="{FF2B5EF4-FFF2-40B4-BE49-F238E27FC236}">
                <a16:creationId xmlns:a16="http://schemas.microsoft.com/office/drawing/2014/main" id="{5BCF8049-E33A-4506-9F64-D10987C153A0}"/>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8BFB9BCF-D3C8-49BA-A138-47A532159061}" type="slidenum">
              <a:rPr lang="en-US" altLang="en-US"/>
              <a:pPr/>
              <a:t>‹#›</a:t>
            </a:fld>
            <a:endParaRPr lang="en-US" altLang="en-US" dirty="0"/>
          </a:p>
        </p:txBody>
      </p:sp>
    </p:spTree>
    <p:extLst>
      <p:ext uri="{BB962C8B-B14F-4D97-AF65-F5344CB8AC3E}">
        <p14:creationId xmlns:p14="http://schemas.microsoft.com/office/powerpoint/2010/main" val="1174301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GMCET_IT">
    <p:spTree>
      <p:nvGrpSpPr>
        <p:cNvPr id="1" name=""/>
        <p:cNvGrpSpPr/>
        <p:nvPr/>
      </p:nvGrpSpPr>
      <p:grpSpPr>
        <a:xfrm>
          <a:off x="0" y="0"/>
          <a:ext cx="0" cy="0"/>
          <a:chOff x="0" y="0"/>
          <a:chExt cx="0" cy="0"/>
        </a:xfrm>
      </p:grpSpPr>
      <p:sp>
        <p:nvSpPr>
          <p:cNvPr id="2" name="Title 1"/>
          <p:cNvSpPr>
            <a:spLocks noGrp="1"/>
          </p:cNvSpPr>
          <p:nvPr>
            <p:ph type="title"/>
          </p:nvPr>
        </p:nvSpPr>
        <p:spPr>
          <a:xfrm>
            <a:off x="-14743" y="0"/>
            <a:ext cx="78867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613360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1571675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5463984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6126655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4504374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8184045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E70E9B-329B-4466-B757-06B08EEFF2BE}"/>
              </a:ext>
            </a:extLst>
          </p:cNvPr>
          <p:cNvSpPr>
            <a:spLocks noGrp="1"/>
          </p:cNvSpPr>
          <p:nvPr>
            <p:ph type="dt" sz="half" idx="10"/>
          </p:nvPr>
        </p:nvSpPr>
        <p:spPr/>
        <p:txBody>
          <a:bodyPr/>
          <a:lstStyle>
            <a:lvl1pPr>
              <a:defRPr/>
            </a:lvl1pPr>
          </a:lstStyle>
          <a:p>
            <a:pPr>
              <a:defRPr/>
            </a:pPr>
            <a:fld id="{B28C9C91-307B-436E-A1F1-AE408576C9C1}"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DAE48FF5-BF77-45B8-A615-8C2546D3B983}"/>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DBAAD78B-1249-4AE1-8613-35B807FF8F1C}"/>
              </a:ext>
            </a:extLst>
          </p:cNvPr>
          <p:cNvSpPr>
            <a:spLocks noGrp="1"/>
          </p:cNvSpPr>
          <p:nvPr>
            <p:ph type="sldNum" sz="quarter" idx="12"/>
          </p:nvPr>
        </p:nvSpPr>
        <p:spPr/>
        <p:txBody>
          <a:bodyPr/>
          <a:lstStyle>
            <a:lvl1pPr>
              <a:defRPr/>
            </a:lvl1pPr>
          </a:lstStyle>
          <a:p>
            <a:fld id="{F1B5581A-0985-4C36-907A-D1D8ED57685C}" type="slidenum">
              <a:rPr lang="en-US" altLang="en-US"/>
              <a:pPr/>
              <a:t>‹#›</a:t>
            </a:fld>
            <a:endParaRPr lang="en-US" altLang="en-US" dirty="0"/>
          </a:p>
        </p:txBody>
      </p:sp>
    </p:spTree>
    <p:extLst>
      <p:ext uri="{BB962C8B-B14F-4D97-AF65-F5344CB8AC3E}">
        <p14:creationId xmlns:p14="http://schemas.microsoft.com/office/powerpoint/2010/main" val="3429228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DB967F-98CB-40F3-91C5-DD4B6ED2F666}"/>
              </a:ext>
            </a:extLst>
          </p:cNvPr>
          <p:cNvSpPr>
            <a:spLocks noGrp="1"/>
          </p:cNvSpPr>
          <p:nvPr>
            <p:ph type="dt" sz="half" idx="10"/>
          </p:nvPr>
        </p:nvSpPr>
        <p:spPr/>
        <p:txBody>
          <a:bodyPr/>
          <a:lstStyle>
            <a:lvl1pPr>
              <a:defRPr/>
            </a:lvl1pPr>
          </a:lstStyle>
          <a:p>
            <a:pPr>
              <a:defRPr/>
            </a:pPr>
            <a:fld id="{25A52C29-3BB3-4D0F-BC86-F9D863079303}"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1F952641-A66B-4464-B403-57A39539F54C}"/>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A12CA67D-4D08-4D6B-9EA9-7F4AA6A54D0E}"/>
              </a:ext>
            </a:extLst>
          </p:cNvPr>
          <p:cNvSpPr>
            <a:spLocks noGrp="1"/>
          </p:cNvSpPr>
          <p:nvPr>
            <p:ph type="sldNum" sz="quarter" idx="12"/>
          </p:nvPr>
        </p:nvSpPr>
        <p:spPr/>
        <p:txBody>
          <a:bodyPr/>
          <a:lstStyle>
            <a:lvl1pPr>
              <a:defRPr/>
            </a:lvl1pPr>
          </a:lstStyle>
          <a:p>
            <a:fld id="{6BF7E643-97D3-4E02-8F2F-7B852BE242ED}" type="slidenum">
              <a:rPr lang="en-US" altLang="en-US"/>
              <a:pPr/>
              <a:t>‹#›</a:t>
            </a:fld>
            <a:endParaRPr lang="en-US" altLang="en-US" dirty="0"/>
          </a:p>
        </p:txBody>
      </p:sp>
    </p:spTree>
    <p:extLst>
      <p:ext uri="{BB962C8B-B14F-4D97-AF65-F5344CB8AC3E}">
        <p14:creationId xmlns:p14="http://schemas.microsoft.com/office/powerpoint/2010/main" val="35600244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1AE145-9432-4942-9CC8-B2B0E2D7D5DD}"/>
              </a:ext>
            </a:extLst>
          </p:cNvPr>
          <p:cNvSpPr>
            <a:spLocks noGrp="1"/>
          </p:cNvSpPr>
          <p:nvPr>
            <p:ph type="dt" sz="half" idx="10"/>
          </p:nvPr>
        </p:nvSpPr>
        <p:spPr/>
        <p:txBody>
          <a:bodyPr/>
          <a:lstStyle>
            <a:lvl1pPr>
              <a:defRPr/>
            </a:lvl1pPr>
          </a:lstStyle>
          <a:p>
            <a:pPr>
              <a:defRPr/>
            </a:pPr>
            <a:fld id="{095795CB-4587-483B-BB37-429AF1FC2FA2}"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C1382C2F-05DD-4081-8A22-D7C73A4C9867}"/>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04D5708A-F368-486F-BFDD-CCE1FFC3B698}"/>
              </a:ext>
            </a:extLst>
          </p:cNvPr>
          <p:cNvSpPr>
            <a:spLocks noGrp="1"/>
          </p:cNvSpPr>
          <p:nvPr>
            <p:ph type="sldNum" sz="quarter" idx="12"/>
          </p:nvPr>
        </p:nvSpPr>
        <p:spPr/>
        <p:txBody>
          <a:bodyPr/>
          <a:lstStyle>
            <a:lvl1pPr>
              <a:defRPr/>
            </a:lvl1pPr>
          </a:lstStyle>
          <a:p>
            <a:fld id="{64D2B404-05D9-466C-829C-81A922DA9846}" type="slidenum">
              <a:rPr lang="en-US" altLang="en-US"/>
              <a:pPr/>
              <a:t>‹#›</a:t>
            </a:fld>
            <a:endParaRPr lang="en-US" altLang="en-US" dirty="0"/>
          </a:p>
        </p:txBody>
      </p:sp>
    </p:spTree>
    <p:extLst>
      <p:ext uri="{BB962C8B-B14F-4D97-AF65-F5344CB8AC3E}">
        <p14:creationId xmlns:p14="http://schemas.microsoft.com/office/powerpoint/2010/main" val="21701167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05447D79-B0DD-4914-B4A0-5F3D417D6795}"/>
              </a:ext>
            </a:extLst>
          </p:cNvPr>
          <p:cNvSpPr>
            <a:spLocks noGrp="1"/>
          </p:cNvSpPr>
          <p:nvPr>
            <p:ph type="dt" sz="half" idx="10"/>
          </p:nvPr>
        </p:nvSpPr>
        <p:spPr/>
        <p:txBody>
          <a:bodyPr/>
          <a:lstStyle>
            <a:lvl1pPr>
              <a:defRPr/>
            </a:lvl1pPr>
          </a:lstStyle>
          <a:p>
            <a:pPr>
              <a:defRPr/>
            </a:pPr>
            <a:fld id="{2DF13AAF-6DF6-43F1-8C24-E9DBFDD5A32F}" type="datetimeFigureOut">
              <a:rPr lang="en-US"/>
              <a:pPr>
                <a:defRPr/>
              </a:pPr>
              <a:t>4/13/2024</a:t>
            </a:fld>
            <a:endParaRPr lang="en-US" dirty="0"/>
          </a:p>
        </p:txBody>
      </p:sp>
      <p:sp>
        <p:nvSpPr>
          <p:cNvPr id="6" name="Footer Placeholder 4">
            <a:extLst>
              <a:ext uri="{FF2B5EF4-FFF2-40B4-BE49-F238E27FC236}">
                <a16:creationId xmlns:a16="http://schemas.microsoft.com/office/drawing/2014/main" id="{89B47078-DD5B-4C72-A9F8-84E1E266B9B7}"/>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2D076431-D6C4-4A68-A251-B3272F14E723}"/>
              </a:ext>
            </a:extLst>
          </p:cNvPr>
          <p:cNvSpPr>
            <a:spLocks noGrp="1"/>
          </p:cNvSpPr>
          <p:nvPr>
            <p:ph type="sldNum" sz="quarter" idx="12"/>
          </p:nvPr>
        </p:nvSpPr>
        <p:spPr/>
        <p:txBody>
          <a:bodyPr/>
          <a:lstStyle>
            <a:lvl1pPr>
              <a:defRPr/>
            </a:lvl1pPr>
          </a:lstStyle>
          <a:p>
            <a:fld id="{B806E4D5-00A3-419A-8496-E8058755C805}" type="slidenum">
              <a:rPr lang="en-US" altLang="en-US"/>
              <a:pPr/>
              <a:t>‹#›</a:t>
            </a:fld>
            <a:endParaRPr lang="en-US" altLang="en-US" dirty="0"/>
          </a:p>
        </p:txBody>
      </p:sp>
    </p:spTree>
    <p:extLst>
      <p:ext uri="{BB962C8B-B14F-4D97-AF65-F5344CB8AC3E}">
        <p14:creationId xmlns:p14="http://schemas.microsoft.com/office/powerpoint/2010/main" val="8946331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0183A9D7-839A-4C17-8E1A-019D4B298785}"/>
              </a:ext>
            </a:extLst>
          </p:cNvPr>
          <p:cNvSpPr>
            <a:spLocks noGrp="1"/>
          </p:cNvSpPr>
          <p:nvPr>
            <p:ph type="dt" sz="half" idx="10"/>
          </p:nvPr>
        </p:nvSpPr>
        <p:spPr/>
        <p:txBody>
          <a:bodyPr/>
          <a:lstStyle>
            <a:lvl1pPr>
              <a:defRPr/>
            </a:lvl1pPr>
          </a:lstStyle>
          <a:p>
            <a:pPr>
              <a:defRPr/>
            </a:pPr>
            <a:fld id="{8B8F4527-16A9-48A3-A97B-D24A130B623E}" type="datetimeFigureOut">
              <a:rPr lang="en-US"/>
              <a:pPr>
                <a:defRPr/>
              </a:pPr>
              <a:t>4/13/2024</a:t>
            </a:fld>
            <a:endParaRPr lang="en-US" dirty="0"/>
          </a:p>
        </p:txBody>
      </p:sp>
      <p:sp>
        <p:nvSpPr>
          <p:cNvPr id="8" name="Footer Placeholder 4">
            <a:extLst>
              <a:ext uri="{FF2B5EF4-FFF2-40B4-BE49-F238E27FC236}">
                <a16:creationId xmlns:a16="http://schemas.microsoft.com/office/drawing/2014/main" id="{3A19326B-79D9-4A97-BB77-5FEAC165DE82}"/>
              </a:ext>
            </a:extLst>
          </p:cNvPr>
          <p:cNvSpPr>
            <a:spLocks noGrp="1"/>
          </p:cNvSpPr>
          <p:nvPr>
            <p:ph type="ftr" sz="quarter" idx="11"/>
          </p:nvPr>
        </p:nvSpPr>
        <p:spPr/>
        <p:txBody>
          <a:bodyPr/>
          <a:lstStyle>
            <a:lvl1pPr>
              <a:defRPr/>
            </a:lvl1pPr>
          </a:lstStyle>
          <a:p>
            <a:pPr>
              <a:defRPr/>
            </a:pPr>
            <a:endParaRPr lang="en-US" dirty="0"/>
          </a:p>
        </p:txBody>
      </p:sp>
      <p:sp>
        <p:nvSpPr>
          <p:cNvPr id="9" name="Slide Number Placeholder 5">
            <a:extLst>
              <a:ext uri="{FF2B5EF4-FFF2-40B4-BE49-F238E27FC236}">
                <a16:creationId xmlns:a16="http://schemas.microsoft.com/office/drawing/2014/main" id="{BD72C657-6C36-4C4F-A07F-08A0A39D7CE5}"/>
              </a:ext>
            </a:extLst>
          </p:cNvPr>
          <p:cNvSpPr>
            <a:spLocks noGrp="1"/>
          </p:cNvSpPr>
          <p:nvPr>
            <p:ph type="sldNum" sz="quarter" idx="12"/>
          </p:nvPr>
        </p:nvSpPr>
        <p:spPr/>
        <p:txBody>
          <a:bodyPr/>
          <a:lstStyle>
            <a:lvl1pPr>
              <a:defRPr/>
            </a:lvl1pPr>
          </a:lstStyle>
          <a:p>
            <a:fld id="{048B591C-E6EC-4146-B273-A834C3ADB8E9}" type="slidenum">
              <a:rPr lang="en-US" altLang="en-US"/>
              <a:pPr/>
              <a:t>‹#›</a:t>
            </a:fld>
            <a:endParaRPr lang="en-US" altLang="en-US" dirty="0"/>
          </a:p>
        </p:txBody>
      </p:sp>
    </p:spTree>
    <p:extLst>
      <p:ext uri="{BB962C8B-B14F-4D97-AF65-F5344CB8AC3E}">
        <p14:creationId xmlns:p14="http://schemas.microsoft.com/office/powerpoint/2010/main" val="2740674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B05965C0-F089-4061-A90C-8F7BD20A3278}"/>
              </a:ext>
            </a:extLst>
          </p:cNvPr>
          <p:cNvSpPr>
            <a:spLocks noGrp="1"/>
          </p:cNvSpPr>
          <p:nvPr>
            <p:ph type="dt" sz="half" idx="10"/>
          </p:nvPr>
        </p:nvSpPr>
        <p:spPr/>
        <p:txBody>
          <a:bodyPr/>
          <a:lstStyle>
            <a:lvl1pPr>
              <a:defRPr/>
            </a:lvl1pPr>
          </a:lstStyle>
          <a:p>
            <a:pPr>
              <a:defRPr/>
            </a:pPr>
            <a:fld id="{ED0234DD-6FBF-450B-BB91-B15D6F30D6FA}" type="datetimeFigureOut">
              <a:rPr lang="en-US"/>
              <a:pPr>
                <a:defRPr/>
              </a:pPr>
              <a:t>4/13/2024</a:t>
            </a:fld>
            <a:endParaRPr lang="en-US" dirty="0"/>
          </a:p>
        </p:txBody>
      </p:sp>
      <p:sp>
        <p:nvSpPr>
          <p:cNvPr id="4" name="Footer Placeholder 4">
            <a:extLst>
              <a:ext uri="{FF2B5EF4-FFF2-40B4-BE49-F238E27FC236}">
                <a16:creationId xmlns:a16="http://schemas.microsoft.com/office/drawing/2014/main" id="{88811357-A8CB-4C4B-8B4B-524B35E510C7}"/>
              </a:ext>
            </a:extLst>
          </p:cNvPr>
          <p:cNvSpPr>
            <a:spLocks noGrp="1"/>
          </p:cNvSpPr>
          <p:nvPr>
            <p:ph type="ftr" sz="quarter" idx="11"/>
          </p:nvPr>
        </p:nvSpPr>
        <p:spPr/>
        <p:txBody>
          <a:bodyPr/>
          <a:lstStyle>
            <a:lvl1pPr>
              <a:defRPr/>
            </a:lvl1pPr>
          </a:lstStyle>
          <a:p>
            <a:pPr>
              <a:defRPr/>
            </a:pPr>
            <a:endParaRPr lang="en-US" dirty="0"/>
          </a:p>
        </p:txBody>
      </p:sp>
      <p:sp>
        <p:nvSpPr>
          <p:cNvPr id="5" name="Slide Number Placeholder 5">
            <a:extLst>
              <a:ext uri="{FF2B5EF4-FFF2-40B4-BE49-F238E27FC236}">
                <a16:creationId xmlns:a16="http://schemas.microsoft.com/office/drawing/2014/main" id="{70BCA2CF-AE78-4314-89B1-93521EB60ED2}"/>
              </a:ext>
            </a:extLst>
          </p:cNvPr>
          <p:cNvSpPr>
            <a:spLocks noGrp="1"/>
          </p:cNvSpPr>
          <p:nvPr>
            <p:ph type="sldNum" sz="quarter" idx="12"/>
          </p:nvPr>
        </p:nvSpPr>
        <p:spPr/>
        <p:txBody>
          <a:bodyPr/>
          <a:lstStyle>
            <a:lvl1pPr>
              <a:defRPr/>
            </a:lvl1pPr>
          </a:lstStyle>
          <a:p>
            <a:fld id="{1EBEA223-3274-4CF5-8BDE-1F4888BA0D5C}" type="slidenum">
              <a:rPr lang="en-US" altLang="en-US"/>
              <a:pPr/>
              <a:t>‹#›</a:t>
            </a:fld>
            <a:endParaRPr lang="en-US" altLang="en-US" dirty="0"/>
          </a:p>
        </p:txBody>
      </p:sp>
    </p:spTree>
    <p:extLst>
      <p:ext uri="{BB962C8B-B14F-4D97-AF65-F5344CB8AC3E}">
        <p14:creationId xmlns:p14="http://schemas.microsoft.com/office/powerpoint/2010/main" val="16750115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4CB85CA-38D4-4FF8-9811-46481D1D51CF}"/>
              </a:ext>
            </a:extLst>
          </p:cNvPr>
          <p:cNvSpPr>
            <a:spLocks noGrp="1"/>
          </p:cNvSpPr>
          <p:nvPr>
            <p:ph type="dt" sz="half" idx="10"/>
          </p:nvPr>
        </p:nvSpPr>
        <p:spPr/>
        <p:txBody>
          <a:bodyPr/>
          <a:lstStyle>
            <a:lvl1pPr>
              <a:defRPr/>
            </a:lvl1pPr>
          </a:lstStyle>
          <a:p>
            <a:pPr>
              <a:defRPr/>
            </a:pPr>
            <a:fld id="{39206203-A7AA-4CF2-880F-4136C66E7EB0}" type="datetimeFigureOut">
              <a:rPr lang="en-US"/>
              <a:pPr>
                <a:defRPr/>
              </a:pPr>
              <a:t>4/13/2024</a:t>
            </a:fld>
            <a:endParaRPr lang="en-US" dirty="0"/>
          </a:p>
        </p:txBody>
      </p:sp>
      <p:sp>
        <p:nvSpPr>
          <p:cNvPr id="3" name="Footer Placeholder 4">
            <a:extLst>
              <a:ext uri="{FF2B5EF4-FFF2-40B4-BE49-F238E27FC236}">
                <a16:creationId xmlns:a16="http://schemas.microsoft.com/office/drawing/2014/main" id="{966DEBA2-3BF9-46E3-AACA-626F73105C8E}"/>
              </a:ext>
            </a:extLst>
          </p:cNvPr>
          <p:cNvSpPr>
            <a:spLocks noGrp="1"/>
          </p:cNvSpPr>
          <p:nvPr>
            <p:ph type="ftr" sz="quarter" idx="11"/>
          </p:nvPr>
        </p:nvSpPr>
        <p:spPr/>
        <p:txBody>
          <a:bodyPr/>
          <a:lstStyle>
            <a:lvl1pPr>
              <a:defRPr/>
            </a:lvl1pPr>
          </a:lstStyle>
          <a:p>
            <a:pPr>
              <a:defRPr/>
            </a:pPr>
            <a:endParaRPr lang="en-US" dirty="0"/>
          </a:p>
        </p:txBody>
      </p:sp>
      <p:sp>
        <p:nvSpPr>
          <p:cNvPr id="4" name="Slide Number Placeholder 5">
            <a:extLst>
              <a:ext uri="{FF2B5EF4-FFF2-40B4-BE49-F238E27FC236}">
                <a16:creationId xmlns:a16="http://schemas.microsoft.com/office/drawing/2014/main" id="{3DCB77D6-8FDC-46A9-8DCB-832147F2621A}"/>
              </a:ext>
            </a:extLst>
          </p:cNvPr>
          <p:cNvSpPr>
            <a:spLocks noGrp="1"/>
          </p:cNvSpPr>
          <p:nvPr>
            <p:ph type="sldNum" sz="quarter" idx="12"/>
          </p:nvPr>
        </p:nvSpPr>
        <p:spPr/>
        <p:txBody>
          <a:bodyPr/>
          <a:lstStyle>
            <a:lvl1pPr>
              <a:defRPr/>
            </a:lvl1pPr>
          </a:lstStyle>
          <a:p>
            <a:fld id="{9E0E1CCE-9267-4414-B5D8-F909DBE7468A}" type="slidenum">
              <a:rPr lang="en-US" altLang="en-US"/>
              <a:pPr/>
              <a:t>‹#›</a:t>
            </a:fld>
            <a:endParaRPr lang="en-US" altLang="en-US" dirty="0"/>
          </a:p>
        </p:txBody>
      </p:sp>
    </p:spTree>
    <p:extLst>
      <p:ext uri="{BB962C8B-B14F-4D97-AF65-F5344CB8AC3E}">
        <p14:creationId xmlns:p14="http://schemas.microsoft.com/office/powerpoint/2010/main" val="41602617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6837135C-0053-43FF-B55A-4888F0C16726}"/>
              </a:ext>
            </a:extLst>
          </p:cNvPr>
          <p:cNvSpPr>
            <a:spLocks noGrp="1"/>
          </p:cNvSpPr>
          <p:nvPr>
            <p:ph type="dt" sz="half" idx="10"/>
          </p:nvPr>
        </p:nvSpPr>
        <p:spPr/>
        <p:txBody>
          <a:bodyPr/>
          <a:lstStyle>
            <a:lvl1pPr>
              <a:defRPr/>
            </a:lvl1pPr>
          </a:lstStyle>
          <a:p>
            <a:pPr>
              <a:defRPr/>
            </a:pPr>
            <a:fld id="{7694DB2F-9823-4B6E-9112-A91F0ECA8814}" type="datetimeFigureOut">
              <a:rPr lang="en-US"/>
              <a:pPr>
                <a:defRPr/>
              </a:pPr>
              <a:t>4/13/2024</a:t>
            </a:fld>
            <a:endParaRPr lang="en-US" dirty="0"/>
          </a:p>
        </p:txBody>
      </p:sp>
      <p:sp>
        <p:nvSpPr>
          <p:cNvPr id="6" name="Footer Placeholder 4">
            <a:extLst>
              <a:ext uri="{FF2B5EF4-FFF2-40B4-BE49-F238E27FC236}">
                <a16:creationId xmlns:a16="http://schemas.microsoft.com/office/drawing/2014/main" id="{C00C9700-C961-4B44-B584-2E2B752007C6}"/>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F941F023-1733-4315-8104-AEF551915008}"/>
              </a:ext>
            </a:extLst>
          </p:cNvPr>
          <p:cNvSpPr>
            <a:spLocks noGrp="1"/>
          </p:cNvSpPr>
          <p:nvPr>
            <p:ph type="sldNum" sz="quarter" idx="12"/>
          </p:nvPr>
        </p:nvSpPr>
        <p:spPr/>
        <p:txBody>
          <a:bodyPr/>
          <a:lstStyle>
            <a:lvl1pPr>
              <a:defRPr/>
            </a:lvl1pPr>
          </a:lstStyle>
          <a:p>
            <a:fld id="{0090BCA4-3F0B-4722-88FD-6299120254F3}" type="slidenum">
              <a:rPr lang="en-US" altLang="en-US"/>
              <a:pPr/>
              <a:t>‹#›</a:t>
            </a:fld>
            <a:endParaRPr lang="en-US" altLang="en-US" dirty="0"/>
          </a:p>
        </p:txBody>
      </p:sp>
    </p:spTree>
    <p:extLst>
      <p:ext uri="{BB962C8B-B14F-4D97-AF65-F5344CB8AC3E}">
        <p14:creationId xmlns:p14="http://schemas.microsoft.com/office/powerpoint/2010/main" val="29511497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63D68515-E860-4D8C-863A-260D307F6AD4}"/>
              </a:ext>
            </a:extLst>
          </p:cNvPr>
          <p:cNvSpPr>
            <a:spLocks noGrp="1"/>
          </p:cNvSpPr>
          <p:nvPr>
            <p:ph type="dt" sz="half" idx="10"/>
          </p:nvPr>
        </p:nvSpPr>
        <p:spPr/>
        <p:txBody>
          <a:bodyPr/>
          <a:lstStyle>
            <a:lvl1pPr>
              <a:defRPr/>
            </a:lvl1pPr>
          </a:lstStyle>
          <a:p>
            <a:pPr>
              <a:defRPr/>
            </a:pPr>
            <a:fld id="{9790C57D-979C-4AC1-9FB3-C128AB63E320}" type="datetimeFigureOut">
              <a:rPr lang="en-US"/>
              <a:pPr>
                <a:defRPr/>
              </a:pPr>
              <a:t>4/13/2024</a:t>
            </a:fld>
            <a:endParaRPr lang="en-US" dirty="0"/>
          </a:p>
        </p:txBody>
      </p:sp>
      <p:sp>
        <p:nvSpPr>
          <p:cNvPr id="6" name="Footer Placeholder 4">
            <a:extLst>
              <a:ext uri="{FF2B5EF4-FFF2-40B4-BE49-F238E27FC236}">
                <a16:creationId xmlns:a16="http://schemas.microsoft.com/office/drawing/2014/main" id="{34CEE3A8-9529-4D03-8750-61715FE2CCE6}"/>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46CF1A33-25A8-41C1-BC5B-B34468276AC3}"/>
              </a:ext>
            </a:extLst>
          </p:cNvPr>
          <p:cNvSpPr>
            <a:spLocks noGrp="1"/>
          </p:cNvSpPr>
          <p:nvPr>
            <p:ph type="sldNum" sz="quarter" idx="12"/>
          </p:nvPr>
        </p:nvSpPr>
        <p:spPr/>
        <p:txBody>
          <a:bodyPr/>
          <a:lstStyle>
            <a:lvl1pPr>
              <a:defRPr/>
            </a:lvl1pPr>
          </a:lstStyle>
          <a:p>
            <a:fld id="{66B35980-29C9-474C-B97E-504A02FC6ECF}" type="slidenum">
              <a:rPr lang="en-US" altLang="en-US"/>
              <a:pPr/>
              <a:t>‹#›</a:t>
            </a:fld>
            <a:endParaRPr lang="en-US" altLang="en-US" dirty="0"/>
          </a:p>
        </p:txBody>
      </p:sp>
    </p:spTree>
    <p:extLst>
      <p:ext uri="{BB962C8B-B14F-4D97-AF65-F5344CB8AC3E}">
        <p14:creationId xmlns:p14="http://schemas.microsoft.com/office/powerpoint/2010/main" val="15044451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8FED8D-3CEE-4B5A-A701-8E61EA9EFA01}"/>
              </a:ext>
            </a:extLst>
          </p:cNvPr>
          <p:cNvSpPr>
            <a:spLocks noGrp="1"/>
          </p:cNvSpPr>
          <p:nvPr>
            <p:ph type="dt" sz="half" idx="10"/>
          </p:nvPr>
        </p:nvSpPr>
        <p:spPr/>
        <p:txBody>
          <a:bodyPr/>
          <a:lstStyle>
            <a:lvl1pPr>
              <a:defRPr/>
            </a:lvl1pPr>
          </a:lstStyle>
          <a:p>
            <a:pPr>
              <a:defRPr/>
            </a:pPr>
            <a:fld id="{0AC7822D-2F35-434A-937D-2FB6B97DFE7B}"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A64B00F1-FC51-49EF-9BC7-88CC35F70F49}"/>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EB805652-4ED9-47A4-AE6A-49422D6A861A}"/>
              </a:ext>
            </a:extLst>
          </p:cNvPr>
          <p:cNvSpPr>
            <a:spLocks noGrp="1"/>
          </p:cNvSpPr>
          <p:nvPr>
            <p:ph type="sldNum" sz="quarter" idx="12"/>
          </p:nvPr>
        </p:nvSpPr>
        <p:spPr/>
        <p:txBody>
          <a:bodyPr/>
          <a:lstStyle>
            <a:lvl1pPr>
              <a:defRPr/>
            </a:lvl1pPr>
          </a:lstStyle>
          <a:p>
            <a:fld id="{2137BAA9-E3C7-4A38-B81A-B2AD62EAF72A}" type="slidenum">
              <a:rPr lang="en-US" altLang="en-US"/>
              <a:pPr/>
              <a:t>‹#›</a:t>
            </a:fld>
            <a:endParaRPr lang="en-US" altLang="en-US" dirty="0"/>
          </a:p>
        </p:txBody>
      </p:sp>
    </p:spTree>
    <p:extLst>
      <p:ext uri="{BB962C8B-B14F-4D97-AF65-F5344CB8AC3E}">
        <p14:creationId xmlns:p14="http://schemas.microsoft.com/office/powerpoint/2010/main" val="23940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078444-BB3C-4F67-89E1-56EFB80951EB}"/>
              </a:ext>
            </a:extLst>
          </p:cNvPr>
          <p:cNvSpPr>
            <a:spLocks noGrp="1"/>
          </p:cNvSpPr>
          <p:nvPr>
            <p:ph type="dt" sz="half" idx="10"/>
          </p:nvPr>
        </p:nvSpPr>
        <p:spPr/>
        <p:txBody>
          <a:bodyPr/>
          <a:lstStyle>
            <a:lvl1pPr>
              <a:defRPr/>
            </a:lvl1pPr>
          </a:lstStyle>
          <a:p>
            <a:pPr>
              <a:defRPr/>
            </a:pPr>
            <a:fld id="{A63262F2-00E4-436E-AA52-1B51C8B777B9}"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3603B8AC-5572-4C89-978B-E2887647E5C2}"/>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80341053-86D7-48A7-8463-3C43FBF918D6}"/>
              </a:ext>
            </a:extLst>
          </p:cNvPr>
          <p:cNvSpPr>
            <a:spLocks noGrp="1"/>
          </p:cNvSpPr>
          <p:nvPr>
            <p:ph type="sldNum" sz="quarter" idx="12"/>
          </p:nvPr>
        </p:nvSpPr>
        <p:spPr/>
        <p:txBody>
          <a:bodyPr/>
          <a:lstStyle>
            <a:lvl1pPr>
              <a:defRPr/>
            </a:lvl1pPr>
          </a:lstStyle>
          <a:p>
            <a:fld id="{79BFDC1D-FFFB-4075-BCDB-564B1FAF5C06}" type="slidenum">
              <a:rPr lang="en-US" altLang="en-US"/>
              <a:pPr/>
              <a:t>‹#›</a:t>
            </a:fld>
            <a:endParaRPr lang="en-US" altLang="en-US" dirty="0"/>
          </a:p>
        </p:txBody>
      </p:sp>
    </p:spTree>
    <p:extLst>
      <p:ext uri="{BB962C8B-B14F-4D97-AF65-F5344CB8AC3E}">
        <p14:creationId xmlns:p14="http://schemas.microsoft.com/office/powerpoint/2010/main" val="19948242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B9BA9A-DE1F-463E-A4DA-DFA85845C27F}"/>
              </a:ext>
            </a:extLst>
          </p:cNvPr>
          <p:cNvSpPr>
            <a:spLocks noGrp="1"/>
          </p:cNvSpPr>
          <p:nvPr>
            <p:ph type="dt" sz="half" idx="10"/>
          </p:nvPr>
        </p:nvSpPr>
        <p:spPr/>
        <p:txBody>
          <a:bodyPr/>
          <a:lstStyle>
            <a:lvl1pPr>
              <a:defRPr/>
            </a:lvl1pPr>
          </a:lstStyle>
          <a:p>
            <a:pPr>
              <a:defRPr/>
            </a:pPr>
            <a:fld id="{7C54D77E-3EDE-47FF-85E8-FBEAF460CF9D}"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BD431636-7724-458E-ACE7-55DCAAAB4C98}"/>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646F2C57-6C08-4080-9947-E2C62C334868}"/>
              </a:ext>
            </a:extLst>
          </p:cNvPr>
          <p:cNvSpPr>
            <a:spLocks noGrp="1"/>
          </p:cNvSpPr>
          <p:nvPr>
            <p:ph type="sldNum" sz="quarter" idx="12"/>
          </p:nvPr>
        </p:nvSpPr>
        <p:spPr/>
        <p:txBody>
          <a:bodyPr/>
          <a:lstStyle>
            <a:lvl1pPr>
              <a:defRPr/>
            </a:lvl1pPr>
          </a:lstStyle>
          <a:p>
            <a:fld id="{E60B0DE1-268E-4DA5-A341-E9ACECE05B5D}" type="slidenum">
              <a:rPr lang="en-US" altLang="en-US"/>
              <a:pPr/>
              <a:t>‹#›</a:t>
            </a:fld>
            <a:endParaRPr lang="en-US" altLang="en-US" dirty="0"/>
          </a:p>
        </p:txBody>
      </p:sp>
    </p:spTree>
    <p:extLst>
      <p:ext uri="{BB962C8B-B14F-4D97-AF65-F5344CB8AC3E}">
        <p14:creationId xmlns:p14="http://schemas.microsoft.com/office/powerpoint/2010/main" val="10033633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D76ECE-A0AD-4ED1-8B46-8F93220D7BF6}"/>
              </a:ext>
            </a:extLst>
          </p:cNvPr>
          <p:cNvSpPr>
            <a:spLocks noGrp="1"/>
          </p:cNvSpPr>
          <p:nvPr>
            <p:ph type="dt" sz="half" idx="10"/>
          </p:nvPr>
        </p:nvSpPr>
        <p:spPr/>
        <p:txBody>
          <a:bodyPr/>
          <a:lstStyle>
            <a:lvl1pPr>
              <a:defRPr/>
            </a:lvl1pPr>
          </a:lstStyle>
          <a:p>
            <a:pPr>
              <a:defRPr/>
            </a:pPr>
            <a:fld id="{C23535BF-FD5E-426C-9B69-28156180A30A}"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C6DB195A-B546-44AC-8FA6-F9E98A0EDA02}"/>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7F7AFCE6-602D-49BD-A865-B4CDACF8B1FE}"/>
              </a:ext>
            </a:extLst>
          </p:cNvPr>
          <p:cNvSpPr>
            <a:spLocks noGrp="1"/>
          </p:cNvSpPr>
          <p:nvPr>
            <p:ph type="sldNum" sz="quarter" idx="12"/>
          </p:nvPr>
        </p:nvSpPr>
        <p:spPr/>
        <p:txBody>
          <a:bodyPr/>
          <a:lstStyle>
            <a:lvl1pPr>
              <a:defRPr/>
            </a:lvl1pPr>
          </a:lstStyle>
          <a:p>
            <a:fld id="{F2FAF99E-460B-4EB6-9F42-8828D4E88BAD}" type="slidenum">
              <a:rPr lang="en-US" altLang="en-US"/>
              <a:pPr/>
              <a:t>‹#›</a:t>
            </a:fld>
            <a:endParaRPr lang="en-US" altLang="en-US" dirty="0"/>
          </a:p>
        </p:txBody>
      </p:sp>
    </p:spTree>
    <p:extLst>
      <p:ext uri="{BB962C8B-B14F-4D97-AF65-F5344CB8AC3E}">
        <p14:creationId xmlns:p14="http://schemas.microsoft.com/office/powerpoint/2010/main" val="12402092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9F9FBF-16ED-4C8E-8C6F-F6DACD7AC101}"/>
              </a:ext>
            </a:extLst>
          </p:cNvPr>
          <p:cNvSpPr>
            <a:spLocks noGrp="1"/>
          </p:cNvSpPr>
          <p:nvPr>
            <p:ph type="dt" sz="half" idx="10"/>
          </p:nvPr>
        </p:nvSpPr>
        <p:spPr/>
        <p:txBody>
          <a:bodyPr/>
          <a:lstStyle>
            <a:lvl1pPr>
              <a:defRPr/>
            </a:lvl1pPr>
          </a:lstStyle>
          <a:p>
            <a:pPr>
              <a:defRPr/>
            </a:pPr>
            <a:fld id="{DF3D316E-8914-4837-B53B-2DBD7B3DEDDA}"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727A5909-2037-41E9-AA5D-F526B6998C16}"/>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0A1D7D0D-6D8D-4BC9-BEE2-E2A71EE3E661}"/>
              </a:ext>
            </a:extLst>
          </p:cNvPr>
          <p:cNvSpPr>
            <a:spLocks noGrp="1"/>
          </p:cNvSpPr>
          <p:nvPr>
            <p:ph type="sldNum" sz="quarter" idx="12"/>
          </p:nvPr>
        </p:nvSpPr>
        <p:spPr/>
        <p:txBody>
          <a:bodyPr/>
          <a:lstStyle>
            <a:lvl1pPr>
              <a:defRPr/>
            </a:lvl1pPr>
          </a:lstStyle>
          <a:p>
            <a:fld id="{B88C02B3-7664-447C-9909-BF1A4B7EC3F3}" type="slidenum">
              <a:rPr lang="en-US" altLang="en-US"/>
              <a:pPr/>
              <a:t>‹#›</a:t>
            </a:fld>
            <a:endParaRPr lang="en-US" altLang="en-US" dirty="0"/>
          </a:p>
        </p:txBody>
      </p:sp>
    </p:spTree>
    <p:extLst>
      <p:ext uri="{BB962C8B-B14F-4D97-AF65-F5344CB8AC3E}">
        <p14:creationId xmlns:p14="http://schemas.microsoft.com/office/powerpoint/2010/main" val="20731640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D2189500-2D1C-4C1F-B56A-B04C838BDB84}"/>
              </a:ext>
            </a:extLst>
          </p:cNvPr>
          <p:cNvSpPr>
            <a:spLocks noGrp="1"/>
          </p:cNvSpPr>
          <p:nvPr>
            <p:ph type="dt" sz="half" idx="10"/>
          </p:nvPr>
        </p:nvSpPr>
        <p:spPr/>
        <p:txBody>
          <a:bodyPr/>
          <a:lstStyle>
            <a:lvl1pPr>
              <a:defRPr/>
            </a:lvl1pPr>
          </a:lstStyle>
          <a:p>
            <a:pPr>
              <a:defRPr/>
            </a:pPr>
            <a:fld id="{125B673A-35DE-4129-B663-EBB8A794CAEA}" type="datetimeFigureOut">
              <a:rPr lang="en-US"/>
              <a:pPr>
                <a:defRPr/>
              </a:pPr>
              <a:t>4/13/2024</a:t>
            </a:fld>
            <a:endParaRPr lang="en-US" dirty="0"/>
          </a:p>
        </p:txBody>
      </p:sp>
      <p:sp>
        <p:nvSpPr>
          <p:cNvPr id="6" name="Footer Placeholder 4">
            <a:extLst>
              <a:ext uri="{FF2B5EF4-FFF2-40B4-BE49-F238E27FC236}">
                <a16:creationId xmlns:a16="http://schemas.microsoft.com/office/drawing/2014/main" id="{A95D4154-7FCD-4EC8-A09C-56391859785B}"/>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0BAB2479-ED89-4E75-85A5-0DF3552C4C10}"/>
              </a:ext>
            </a:extLst>
          </p:cNvPr>
          <p:cNvSpPr>
            <a:spLocks noGrp="1"/>
          </p:cNvSpPr>
          <p:nvPr>
            <p:ph type="sldNum" sz="quarter" idx="12"/>
          </p:nvPr>
        </p:nvSpPr>
        <p:spPr/>
        <p:txBody>
          <a:bodyPr/>
          <a:lstStyle>
            <a:lvl1pPr>
              <a:defRPr/>
            </a:lvl1pPr>
          </a:lstStyle>
          <a:p>
            <a:fld id="{13DBCDAD-1688-4E60-B7A2-2433E99470EF}" type="slidenum">
              <a:rPr lang="en-US" altLang="en-US"/>
              <a:pPr/>
              <a:t>‹#›</a:t>
            </a:fld>
            <a:endParaRPr lang="en-US" altLang="en-US" dirty="0"/>
          </a:p>
        </p:txBody>
      </p:sp>
    </p:spTree>
    <p:extLst>
      <p:ext uri="{BB962C8B-B14F-4D97-AF65-F5344CB8AC3E}">
        <p14:creationId xmlns:p14="http://schemas.microsoft.com/office/powerpoint/2010/main" val="28587432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4F4E347-3D72-4072-9110-E6B31363AF15}"/>
              </a:ext>
            </a:extLst>
          </p:cNvPr>
          <p:cNvSpPr>
            <a:spLocks noGrp="1"/>
          </p:cNvSpPr>
          <p:nvPr>
            <p:ph type="dt" sz="half" idx="10"/>
          </p:nvPr>
        </p:nvSpPr>
        <p:spPr/>
        <p:txBody>
          <a:bodyPr/>
          <a:lstStyle>
            <a:lvl1pPr>
              <a:defRPr/>
            </a:lvl1pPr>
          </a:lstStyle>
          <a:p>
            <a:pPr>
              <a:defRPr/>
            </a:pPr>
            <a:fld id="{25A579D9-8CF9-4DEB-B957-437172169B07}" type="datetimeFigureOut">
              <a:rPr lang="en-US"/>
              <a:pPr>
                <a:defRPr/>
              </a:pPr>
              <a:t>4/13/2024</a:t>
            </a:fld>
            <a:endParaRPr lang="en-US" dirty="0"/>
          </a:p>
        </p:txBody>
      </p:sp>
      <p:sp>
        <p:nvSpPr>
          <p:cNvPr id="8" name="Footer Placeholder 4">
            <a:extLst>
              <a:ext uri="{FF2B5EF4-FFF2-40B4-BE49-F238E27FC236}">
                <a16:creationId xmlns:a16="http://schemas.microsoft.com/office/drawing/2014/main" id="{A724711B-548D-4B98-9637-EFB285128552}"/>
              </a:ext>
            </a:extLst>
          </p:cNvPr>
          <p:cNvSpPr>
            <a:spLocks noGrp="1"/>
          </p:cNvSpPr>
          <p:nvPr>
            <p:ph type="ftr" sz="quarter" idx="11"/>
          </p:nvPr>
        </p:nvSpPr>
        <p:spPr/>
        <p:txBody>
          <a:bodyPr/>
          <a:lstStyle>
            <a:lvl1pPr>
              <a:defRPr/>
            </a:lvl1pPr>
          </a:lstStyle>
          <a:p>
            <a:pPr>
              <a:defRPr/>
            </a:pPr>
            <a:endParaRPr lang="en-US" dirty="0"/>
          </a:p>
        </p:txBody>
      </p:sp>
      <p:sp>
        <p:nvSpPr>
          <p:cNvPr id="9" name="Slide Number Placeholder 5">
            <a:extLst>
              <a:ext uri="{FF2B5EF4-FFF2-40B4-BE49-F238E27FC236}">
                <a16:creationId xmlns:a16="http://schemas.microsoft.com/office/drawing/2014/main" id="{743D6056-473D-4724-8AF6-6DF310FD9FDF}"/>
              </a:ext>
            </a:extLst>
          </p:cNvPr>
          <p:cNvSpPr>
            <a:spLocks noGrp="1"/>
          </p:cNvSpPr>
          <p:nvPr>
            <p:ph type="sldNum" sz="quarter" idx="12"/>
          </p:nvPr>
        </p:nvSpPr>
        <p:spPr/>
        <p:txBody>
          <a:bodyPr/>
          <a:lstStyle>
            <a:lvl1pPr>
              <a:defRPr/>
            </a:lvl1pPr>
          </a:lstStyle>
          <a:p>
            <a:fld id="{DD9F1B93-6FFE-4FC3-AB7C-4F2AB5B3FB66}" type="slidenum">
              <a:rPr lang="en-US" altLang="en-US"/>
              <a:pPr/>
              <a:t>‹#›</a:t>
            </a:fld>
            <a:endParaRPr lang="en-US" altLang="en-US" dirty="0"/>
          </a:p>
        </p:txBody>
      </p:sp>
    </p:spTree>
    <p:extLst>
      <p:ext uri="{BB962C8B-B14F-4D97-AF65-F5344CB8AC3E}">
        <p14:creationId xmlns:p14="http://schemas.microsoft.com/office/powerpoint/2010/main" val="34189486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912E08A8-A66B-4C61-BB62-9EFA169AA9C7}"/>
              </a:ext>
            </a:extLst>
          </p:cNvPr>
          <p:cNvSpPr>
            <a:spLocks noGrp="1"/>
          </p:cNvSpPr>
          <p:nvPr>
            <p:ph type="dt" sz="half" idx="10"/>
          </p:nvPr>
        </p:nvSpPr>
        <p:spPr/>
        <p:txBody>
          <a:bodyPr/>
          <a:lstStyle>
            <a:lvl1pPr>
              <a:defRPr/>
            </a:lvl1pPr>
          </a:lstStyle>
          <a:p>
            <a:pPr>
              <a:defRPr/>
            </a:pPr>
            <a:fld id="{228AB63F-EEE2-4B06-ADC2-E7E1E3AEB026}" type="datetimeFigureOut">
              <a:rPr lang="en-US"/>
              <a:pPr>
                <a:defRPr/>
              </a:pPr>
              <a:t>4/13/2024</a:t>
            </a:fld>
            <a:endParaRPr lang="en-US" dirty="0"/>
          </a:p>
        </p:txBody>
      </p:sp>
      <p:sp>
        <p:nvSpPr>
          <p:cNvPr id="4" name="Footer Placeholder 4">
            <a:extLst>
              <a:ext uri="{FF2B5EF4-FFF2-40B4-BE49-F238E27FC236}">
                <a16:creationId xmlns:a16="http://schemas.microsoft.com/office/drawing/2014/main" id="{95631697-B921-441D-BD1A-74BC2794B6D7}"/>
              </a:ext>
            </a:extLst>
          </p:cNvPr>
          <p:cNvSpPr>
            <a:spLocks noGrp="1"/>
          </p:cNvSpPr>
          <p:nvPr>
            <p:ph type="ftr" sz="quarter" idx="11"/>
          </p:nvPr>
        </p:nvSpPr>
        <p:spPr/>
        <p:txBody>
          <a:bodyPr/>
          <a:lstStyle>
            <a:lvl1pPr>
              <a:defRPr/>
            </a:lvl1pPr>
          </a:lstStyle>
          <a:p>
            <a:pPr>
              <a:defRPr/>
            </a:pPr>
            <a:endParaRPr lang="en-US" dirty="0"/>
          </a:p>
        </p:txBody>
      </p:sp>
      <p:sp>
        <p:nvSpPr>
          <p:cNvPr id="5" name="Slide Number Placeholder 5">
            <a:extLst>
              <a:ext uri="{FF2B5EF4-FFF2-40B4-BE49-F238E27FC236}">
                <a16:creationId xmlns:a16="http://schemas.microsoft.com/office/drawing/2014/main" id="{9396FFFA-7AE3-44E3-92D6-B1935316ABD0}"/>
              </a:ext>
            </a:extLst>
          </p:cNvPr>
          <p:cNvSpPr>
            <a:spLocks noGrp="1"/>
          </p:cNvSpPr>
          <p:nvPr>
            <p:ph type="sldNum" sz="quarter" idx="12"/>
          </p:nvPr>
        </p:nvSpPr>
        <p:spPr/>
        <p:txBody>
          <a:bodyPr/>
          <a:lstStyle>
            <a:lvl1pPr>
              <a:defRPr/>
            </a:lvl1pPr>
          </a:lstStyle>
          <a:p>
            <a:fld id="{BD08AF75-E12D-4164-8702-096DDF7AA22D}" type="slidenum">
              <a:rPr lang="en-US" altLang="en-US"/>
              <a:pPr/>
              <a:t>‹#›</a:t>
            </a:fld>
            <a:endParaRPr lang="en-US" altLang="en-US" dirty="0"/>
          </a:p>
        </p:txBody>
      </p:sp>
    </p:spTree>
    <p:extLst>
      <p:ext uri="{BB962C8B-B14F-4D97-AF65-F5344CB8AC3E}">
        <p14:creationId xmlns:p14="http://schemas.microsoft.com/office/powerpoint/2010/main" val="14788979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5D77EAB-774E-4580-A5E3-02194451E6EF}"/>
              </a:ext>
            </a:extLst>
          </p:cNvPr>
          <p:cNvSpPr>
            <a:spLocks noGrp="1"/>
          </p:cNvSpPr>
          <p:nvPr>
            <p:ph type="dt" sz="half" idx="10"/>
          </p:nvPr>
        </p:nvSpPr>
        <p:spPr/>
        <p:txBody>
          <a:bodyPr/>
          <a:lstStyle>
            <a:lvl1pPr>
              <a:defRPr/>
            </a:lvl1pPr>
          </a:lstStyle>
          <a:p>
            <a:pPr>
              <a:defRPr/>
            </a:pPr>
            <a:fld id="{B12EA320-33BF-4664-9275-4837752AC19D}" type="datetimeFigureOut">
              <a:rPr lang="en-US"/>
              <a:pPr>
                <a:defRPr/>
              </a:pPr>
              <a:t>4/13/2024</a:t>
            </a:fld>
            <a:endParaRPr lang="en-US" dirty="0"/>
          </a:p>
        </p:txBody>
      </p:sp>
      <p:sp>
        <p:nvSpPr>
          <p:cNvPr id="3" name="Footer Placeholder 4">
            <a:extLst>
              <a:ext uri="{FF2B5EF4-FFF2-40B4-BE49-F238E27FC236}">
                <a16:creationId xmlns:a16="http://schemas.microsoft.com/office/drawing/2014/main" id="{14A9537E-A6A1-467C-95F8-EF2522DFDEF7}"/>
              </a:ext>
            </a:extLst>
          </p:cNvPr>
          <p:cNvSpPr>
            <a:spLocks noGrp="1"/>
          </p:cNvSpPr>
          <p:nvPr>
            <p:ph type="ftr" sz="quarter" idx="11"/>
          </p:nvPr>
        </p:nvSpPr>
        <p:spPr/>
        <p:txBody>
          <a:bodyPr/>
          <a:lstStyle>
            <a:lvl1pPr>
              <a:defRPr/>
            </a:lvl1pPr>
          </a:lstStyle>
          <a:p>
            <a:pPr>
              <a:defRPr/>
            </a:pPr>
            <a:endParaRPr lang="en-US" dirty="0"/>
          </a:p>
        </p:txBody>
      </p:sp>
      <p:sp>
        <p:nvSpPr>
          <p:cNvPr id="4" name="Slide Number Placeholder 5">
            <a:extLst>
              <a:ext uri="{FF2B5EF4-FFF2-40B4-BE49-F238E27FC236}">
                <a16:creationId xmlns:a16="http://schemas.microsoft.com/office/drawing/2014/main" id="{3F9D109F-04D1-4A41-BE82-4767E2FEA713}"/>
              </a:ext>
            </a:extLst>
          </p:cNvPr>
          <p:cNvSpPr>
            <a:spLocks noGrp="1"/>
          </p:cNvSpPr>
          <p:nvPr>
            <p:ph type="sldNum" sz="quarter" idx="12"/>
          </p:nvPr>
        </p:nvSpPr>
        <p:spPr/>
        <p:txBody>
          <a:bodyPr/>
          <a:lstStyle>
            <a:lvl1pPr>
              <a:defRPr/>
            </a:lvl1pPr>
          </a:lstStyle>
          <a:p>
            <a:fld id="{6DAB6422-F6B1-461C-BBF0-63270E00C9C3}" type="slidenum">
              <a:rPr lang="en-US" altLang="en-US"/>
              <a:pPr/>
              <a:t>‹#›</a:t>
            </a:fld>
            <a:endParaRPr lang="en-US" altLang="en-US" dirty="0"/>
          </a:p>
        </p:txBody>
      </p:sp>
    </p:spTree>
    <p:extLst>
      <p:ext uri="{BB962C8B-B14F-4D97-AF65-F5344CB8AC3E}">
        <p14:creationId xmlns:p14="http://schemas.microsoft.com/office/powerpoint/2010/main" val="36519099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07FBCA0-F149-4B86-9AD3-2C7A3CB886D0}"/>
              </a:ext>
            </a:extLst>
          </p:cNvPr>
          <p:cNvSpPr>
            <a:spLocks noGrp="1"/>
          </p:cNvSpPr>
          <p:nvPr>
            <p:ph type="dt" sz="half" idx="10"/>
          </p:nvPr>
        </p:nvSpPr>
        <p:spPr/>
        <p:txBody>
          <a:bodyPr/>
          <a:lstStyle>
            <a:lvl1pPr>
              <a:defRPr/>
            </a:lvl1pPr>
          </a:lstStyle>
          <a:p>
            <a:pPr>
              <a:defRPr/>
            </a:pPr>
            <a:fld id="{EB2C4EDC-A71C-48AB-B14B-D896FD4D07DC}" type="datetimeFigureOut">
              <a:rPr lang="en-US"/>
              <a:pPr>
                <a:defRPr/>
              </a:pPr>
              <a:t>4/13/2024</a:t>
            </a:fld>
            <a:endParaRPr lang="en-US" dirty="0"/>
          </a:p>
        </p:txBody>
      </p:sp>
      <p:sp>
        <p:nvSpPr>
          <p:cNvPr id="6" name="Footer Placeholder 4">
            <a:extLst>
              <a:ext uri="{FF2B5EF4-FFF2-40B4-BE49-F238E27FC236}">
                <a16:creationId xmlns:a16="http://schemas.microsoft.com/office/drawing/2014/main" id="{8D61B64B-8906-4447-94AA-076D8D22A998}"/>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A842BC88-03A9-48B3-AA83-D4BA1D04EAAE}"/>
              </a:ext>
            </a:extLst>
          </p:cNvPr>
          <p:cNvSpPr>
            <a:spLocks noGrp="1"/>
          </p:cNvSpPr>
          <p:nvPr>
            <p:ph type="sldNum" sz="quarter" idx="12"/>
          </p:nvPr>
        </p:nvSpPr>
        <p:spPr/>
        <p:txBody>
          <a:bodyPr/>
          <a:lstStyle>
            <a:lvl1pPr>
              <a:defRPr/>
            </a:lvl1pPr>
          </a:lstStyle>
          <a:p>
            <a:fld id="{58EBFCFB-2CF0-46F8-9B5D-0A6E2D6F9639}" type="slidenum">
              <a:rPr lang="en-US" altLang="en-US"/>
              <a:pPr/>
              <a:t>‹#›</a:t>
            </a:fld>
            <a:endParaRPr lang="en-US" altLang="en-US" dirty="0"/>
          </a:p>
        </p:txBody>
      </p:sp>
    </p:spTree>
    <p:extLst>
      <p:ext uri="{BB962C8B-B14F-4D97-AF65-F5344CB8AC3E}">
        <p14:creationId xmlns:p14="http://schemas.microsoft.com/office/powerpoint/2010/main" val="1417390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7A6D1AD4-9C50-40B2-8E13-9B99BE1E7946}"/>
              </a:ext>
            </a:extLst>
          </p:cNvPr>
          <p:cNvSpPr>
            <a:spLocks noGrp="1"/>
          </p:cNvSpPr>
          <p:nvPr>
            <p:ph type="dt" sz="half" idx="10"/>
          </p:nvPr>
        </p:nvSpPr>
        <p:spPr/>
        <p:txBody>
          <a:bodyPr/>
          <a:lstStyle>
            <a:lvl1pPr>
              <a:defRPr/>
            </a:lvl1pPr>
          </a:lstStyle>
          <a:p>
            <a:pPr>
              <a:defRPr/>
            </a:pPr>
            <a:fld id="{F76618C4-EB0B-47F9-A80B-4B96717FACBE}" type="datetimeFigureOut">
              <a:rPr lang="en-US"/>
              <a:pPr>
                <a:defRPr/>
              </a:pPr>
              <a:t>4/13/2024</a:t>
            </a:fld>
            <a:endParaRPr lang="en-US" dirty="0"/>
          </a:p>
        </p:txBody>
      </p:sp>
      <p:sp>
        <p:nvSpPr>
          <p:cNvPr id="6" name="Footer Placeholder 4">
            <a:extLst>
              <a:ext uri="{FF2B5EF4-FFF2-40B4-BE49-F238E27FC236}">
                <a16:creationId xmlns:a16="http://schemas.microsoft.com/office/drawing/2014/main" id="{8C71F42E-8EB1-4E0F-B722-247AD81A767D}"/>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A57BC7A8-D566-4A63-B83B-8A756448B8DB}"/>
              </a:ext>
            </a:extLst>
          </p:cNvPr>
          <p:cNvSpPr>
            <a:spLocks noGrp="1"/>
          </p:cNvSpPr>
          <p:nvPr>
            <p:ph type="sldNum" sz="quarter" idx="12"/>
          </p:nvPr>
        </p:nvSpPr>
        <p:spPr/>
        <p:txBody>
          <a:bodyPr/>
          <a:lstStyle>
            <a:lvl1pPr>
              <a:defRPr/>
            </a:lvl1pPr>
          </a:lstStyle>
          <a:p>
            <a:fld id="{BE0301E7-B4F0-4634-A8A2-39DB13193C22}" type="slidenum">
              <a:rPr lang="en-US" altLang="en-US"/>
              <a:pPr/>
              <a:t>‹#›</a:t>
            </a:fld>
            <a:endParaRPr lang="en-US" altLang="en-US" dirty="0"/>
          </a:p>
        </p:txBody>
      </p:sp>
    </p:spTree>
    <p:extLst>
      <p:ext uri="{BB962C8B-B14F-4D97-AF65-F5344CB8AC3E}">
        <p14:creationId xmlns:p14="http://schemas.microsoft.com/office/powerpoint/2010/main" val="40937893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46131-7C17-42FE-99AA-F030A45D1A1A}"/>
              </a:ext>
            </a:extLst>
          </p:cNvPr>
          <p:cNvSpPr>
            <a:spLocks noGrp="1"/>
          </p:cNvSpPr>
          <p:nvPr>
            <p:ph type="dt" sz="half" idx="10"/>
          </p:nvPr>
        </p:nvSpPr>
        <p:spPr/>
        <p:txBody>
          <a:bodyPr/>
          <a:lstStyle>
            <a:lvl1pPr>
              <a:defRPr/>
            </a:lvl1pPr>
          </a:lstStyle>
          <a:p>
            <a:pPr>
              <a:defRPr/>
            </a:pPr>
            <a:fld id="{49B03274-0F25-41A5-8534-FD2D76628FFE}"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E1D7FDE4-CF8E-431B-8D21-417352562981}"/>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6CCE6838-5E73-404D-804F-4B6DA50D1138}"/>
              </a:ext>
            </a:extLst>
          </p:cNvPr>
          <p:cNvSpPr>
            <a:spLocks noGrp="1"/>
          </p:cNvSpPr>
          <p:nvPr>
            <p:ph type="sldNum" sz="quarter" idx="12"/>
          </p:nvPr>
        </p:nvSpPr>
        <p:spPr/>
        <p:txBody>
          <a:bodyPr/>
          <a:lstStyle>
            <a:lvl1pPr>
              <a:defRPr/>
            </a:lvl1pPr>
          </a:lstStyle>
          <a:p>
            <a:fld id="{A982746A-7721-4244-8A42-14CE4355DFBC}" type="slidenum">
              <a:rPr lang="en-US" altLang="en-US"/>
              <a:pPr/>
              <a:t>‹#›</a:t>
            </a:fld>
            <a:endParaRPr lang="en-US" altLang="en-US" dirty="0"/>
          </a:p>
        </p:txBody>
      </p:sp>
    </p:spTree>
    <p:extLst>
      <p:ext uri="{BB962C8B-B14F-4D97-AF65-F5344CB8AC3E}">
        <p14:creationId xmlns:p14="http://schemas.microsoft.com/office/powerpoint/2010/main" val="23104123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FF1600-0A19-402D-A0CC-2A6B33B9B4DC}"/>
              </a:ext>
            </a:extLst>
          </p:cNvPr>
          <p:cNvSpPr>
            <a:spLocks noGrp="1"/>
          </p:cNvSpPr>
          <p:nvPr>
            <p:ph type="dt" sz="half" idx="10"/>
          </p:nvPr>
        </p:nvSpPr>
        <p:spPr/>
        <p:txBody>
          <a:bodyPr/>
          <a:lstStyle>
            <a:lvl1pPr>
              <a:defRPr/>
            </a:lvl1pPr>
          </a:lstStyle>
          <a:p>
            <a:pPr>
              <a:defRPr/>
            </a:pPr>
            <a:fld id="{5838F691-EDB7-4555-8EA3-833B641E4967}"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2DEB9453-FCF5-4369-B952-5568EF434D4D}"/>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296E40DF-C649-40C1-9B78-9CEB0DBB0777}"/>
              </a:ext>
            </a:extLst>
          </p:cNvPr>
          <p:cNvSpPr>
            <a:spLocks noGrp="1"/>
          </p:cNvSpPr>
          <p:nvPr>
            <p:ph type="sldNum" sz="quarter" idx="12"/>
          </p:nvPr>
        </p:nvSpPr>
        <p:spPr/>
        <p:txBody>
          <a:bodyPr/>
          <a:lstStyle>
            <a:lvl1pPr>
              <a:defRPr/>
            </a:lvl1pPr>
          </a:lstStyle>
          <a:p>
            <a:fld id="{4D0C334B-A6F2-4F98-8322-2C2DABE40324}" type="slidenum">
              <a:rPr lang="en-US" altLang="en-US"/>
              <a:pPr/>
              <a:t>‹#›</a:t>
            </a:fld>
            <a:endParaRPr lang="en-US" altLang="en-US" dirty="0"/>
          </a:p>
        </p:txBody>
      </p:sp>
    </p:spTree>
    <p:extLst>
      <p:ext uri="{BB962C8B-B14F-4D97-AF65-F5344CB8AC3E}">
        <p14:creationId xmlns:p14="http://schemas.microsoft.com/office/powerpoint/2010/main" val="23874976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D27B93-EB9B-4E8D-831A-14CED9C1BE2E}"/>
              </a:ext>
            </a:extLst>
          </p:cNvPr>
          <p:cNvSpPr>
            <a:spLocks noGrp="1"/>
          </p:cNvSpPr>
          <p:nvPr>
            <p:ph type="dt" sz="half" idx="10"/>
          </p:nvPr>
        </p:nvSpPr>
        <p:spPr/>
        <p:txBody>
          <a:bodyPr/>
          <a:lstStyle>
            <a:lvl1pPr>
              <a:defRPr/>
            </a:lvl1pPr>
          </a:lstStyle>
          <a:p>
            <a:pPr>
              <a:defRPr/>
            </a:pPr>
            <a:fld id="{A3795B64-D3EF-44F0-AC7D-42E6F447C969}"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BA9B8264-D4CA-4897-9E6E-1D89845764FC}"/>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E57B227F-8604-4FA3-A534-6F547885DE6D}"/>
              </a:ext>
            </a:extLst>
          </p:cNvPr>
          <p:cNvSpPr>
            <a:spLocks noGrp="1"/>
          </p:cNvSpPr>
          <p:nvPr>
            <p:ph type="sldNum" sz="quarter" idx="12"/>
          </p:nvPr>
        </p:nvSpPr>
        <p:spPr/>
        <p:txBody>
          <a:bodyPr/>
          <a:lstStyle>
            <a:lvl1pPr>
              <a:defRPr/>
            </a:lvl1pPr>
          </a:lstStyle>
          <a:p>
            <a:fld id="{45D43F94-39CF-487A-BC81-26CDF81B8E92}" type="slidenum">
              <a:rPr lang="en-US" altLang="en-US"/>
              <a:pPr/>
              <a:t>‹#›</a:t>
            </a:fld>
            <a:endParaRPr lang="en-US" altLang="en-US" dirty="0"/>
          </a:p>
        </p:txBody>
      </p:sp>
    </p:spTree>
    <p:extLst>
      <p:ext uri="{BB962C8B-B14F-4D97-AF65-F5344CB8AC3E}">
        <p14:creationId xmlns:p14="http://schemas.microsoft.com/office/powerpoint/2010/main" val="10434688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B1375F-086E-4FA5-9654-CB639F965F8C}"/>
              </a:ext>
            </a:extLst>
          </p:cNvPr>
          <p:cNvSpPr>
            <a:spLocks noGrp="1"/>
          </p:cNvSpPr>
          <p:nvPr>
            <p:ph type="dt" sz="half" idx="10"/>
          </p:nvPr>
        </p:nvSpPr>
        <p:spPr/>
        <p:txBody>
          <a:bodyPr/>
          <a:lstStyle>
            <a:lvl1pPr>
              <a:defRPr/>
            </a:lvl1pPr>
          </a:lstStyle>
          <a:p>
            <a:pPr>
              <a:defRPr/>
            </a:pPr>
            <a:fld id="{AD564900-619F-42E0-BA48-B0DF86047292}"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8FA535F7-5EEA-4405-83F0-51D33A8A16BF}"/>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2956074B-1641-4F1B-AF3A-60CC3E2FBE05}"/>
              </a:ext>
            </a:extLst>
          </p:cNvPr>
          <p:cNvSpPr>
            <a:spLocks noGrp="1"/>
          </p:cNvSpPr>
          <p:nvPr>
            <p:ph type="sldNum" sz="quarter" idx="12"/>
          </p:nvPr>
        </p:nvSpPr>
        <p:spPr/>
        <p:txBody>
          <a:bodyPr/>
          <a:lstStyle>
            <a:lvl1pPr>
              <a:defRPr/>
            </a:lvl1pPr>
          </a:lstStyle>
          <a:p>
            <a:fld id="{90B60930-A932-49F5-85F3-13AA098F1F66}" type="slidenum">
              <a:rPr lang="en-US" altLang="en-US"/>
              <a:pPr/>
              <a:t>‹#›</a:t>
            </a:fld>
            <a:endParaRPr lang="en-US" altLang="en-US" dirty="0"/>
          </a:p>
        </p:txBody>
      </p:sp>
    </p:spTree>
    <p:extLst>
      <p:ext uri="{BB962C8B-B14F-4D97-AF65-F5344CB8AC3E}">
        <p14:creationId xmlns:p14="http://schemas.microsoft.com/office/powerpoint/2010/main" val="34612421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114262-13CB-4D7A-B96F-E4118CD50F25}"/>
              </a:ext>
            </a:extLst>
          </p:cNvPr>
          <p:cNvSpPr>
            <a:spLocks noGrp="1"/>
          </p:cNvSpPr>
          <p:nvPr>
            <p:ph type="dt" sz="half" idx="10"/>
          </p:nvPr>
        </p:nvSpPr>
        <p:spPr/>
        <p:txBody>
          <a:bodyPr/>
          <a:lstStyle>
            <a:lvl1pPr>
              <a:defRPr/>
            </a:lvl1pPr>
          </a:lstStyle>
          <a:p>
            <a:pPr>
              <a:defRPr/>
            </a:pPr>
            <a:fld id="{945480CC-C620-4EDB-8DF1-2B2693533A10}"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9C9B8D30-469F-460B-A45A-BB3EC93863BD}"/>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E55E6689-D928-44B8-8990-D90302504E58}"/>
              </a:ext>
            </a:extLst>
          </p:cNvPr>
          <p:cNvSpPr>
            <a:spLocks noGrp="1"/>
          </p:cNvSpPr>
          <p:nvPr>
            <p:ph type="sldNum" sz="quarter" idx="12"/>
          </p:nvPr>
        </p:nvSpPr>
        <p:spPr/>
        <p:txBody>
          <a:bodyPr/>
          <a:lstStyle>
            <a:lvl1pPr>
              <a:defRPr/>
            </a:lvl1pPr>
          </a:lstStyle>
          <a:p>
            <a:fld id="{84AE6030-EE3A-4768-99DD-5290EDD9B7F7}" type="slidenum">
              <a:rPr lang="en-US" altLang="en-US"/>
              <a:pPr/>
              <a:t>‹#›</a:t>
            </a:fld>
            <a:endParaRPr lang="en-US" altLang="en-US" dirty="0"/>
          </a:p>
        </p:txBody>
      </p:sp>
    </p:spTree>
    <p:extLst>
      <p:ext uri="{BB962C8B-B14F-4D97-AF65-F5344CB8AC3E}">
        <p14:creationId xmlns:p14="http://schemas.microsoft.com/office/powerpoint/2010/main" val="13306156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B7F12CD1-8786-472E-96B1-E0DCFC712DAB}"/>
              </a:ext>
            </a:extLst>
          </p:cNvPr>
          <p:cNvSpPr>
            <a:spLocks noGrp="1"/>
          </p:cNvSpPr>
          <p:nvPr>
            <p:ph type="dt" sz="half" idx="10"/>
          </p:nvPr>
        </p:nvSpPr>
        <p:spPr/>
        <p:txBody>
          <a:bodyPr/>
          <a:lstStyle>
            <a:lvl1pPr>
              <a:defRPr/>
            </a:lvl1pPr>
          </a:lstStyle>
          <a:p>
            <a:pPr>
              <a:defRPr/>
            </a:pPr>
            <a:fld id="{92657092-ED9C-4179-8716-FDD9A4230800}" type="datetimeFigureOut">
              <a:rPr lang="en-US"/>
              <a:pPr>
                <a:defRPr/>
              </a:pPr>
              <a:t>4/13/2024</a:t>
            </a:fld>
            <a:endParaRPr lang="en-US" dirty="0"/>
          </a:p>
        </p:txBody>
      </p:sp>
      <p:sp>
        <p:nvSpPr>
          <p:cNvPr id="6" name="Footer Placeholder 4">
            <a:extLst>
              <a:ext uri="{FF2B5EF4-FFF2-40B4-BE49-F238E27FC236}">
                <a16:creationId xmlns:a16="http://schemas.microsoft.com/office/drawing/2014/main" id="{887247F4-2573-4455-AFEB-2FF26C4FEBCF}"/>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28542ADA-A297-4789-9337-0405DA4DFD07}"/>
              </a:ext>
            </a:extLst>
          </p:cNvPr>
          <p:cNvSpPr>
            <a:spLocks noGrp="1"/>
          </p:cNvSpPr>
          <p:nvPr>
            <p:ph type="sldNum" sz="quarter" idx="12"/>
          </p:nvPr>
        </p:nvSpPr>
        <p:spPr/>
        <p:txBody>
          <a:bodyPr/>
          <a:lstStyle>
            <a:lvl1pPr>
              <a:defRPr/>
            </a:lvl1pPr>
          </a:lstStyle>
          <a:p>
            <a:fld id="{276300C3-EAB0-4CA1-B3FF-CC59F463FF10}" type="slidenum">
              <a:rPr lang="en-US" altLang="en-US"/>
              <a:pPr/>
              <a:t>‹#›</a:t>
            </a:fld>
            <a:endParaRPr lang="en-US" altLang="en-US" dirty="0"/>
          </a:p>
        </p:txBody>
      </p:sp>
    </p:spTree>
    <p:extLst>
      <p:ext uri="{BB962C8B-B14F-4D97-AF65-F5344CB8AC3E}">
        <p14:creationId xmlns:p14="http://schemas.microsoft.com/office/powerpoint/2010/main" val="203947833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49FE3375-3AB5-410B-9581-3A48A768B6CE}"/>
              </a:ext>
            </a:extLst>
          </p:cNvPr>
          <p:cNvSpPr>
            <a:spLocks noGrp="1"/>
          </p:cNvSpPr>
          <p:nvPr>
            <p:ph type="dt" sz="half" idx="10"/>
          </p:nvPr>
        </p:nvSpPr>
        <p:spPr/>
        <p:txBody>
          <a:bodyPr/>
          <a:lstStyle>
            <a:lvl1pPr>
              <a:defRPr/>
            </a:lvl1pPr>
          </a:lstStyle>
          <a:p>
            <a:pPr>
              <a:defRPr/>
            </a:pPr>
            <a:fld id="{A95B33E7-A856-44BE-A642-A6D22CEF720B}" type="datetimeFigureOut">
              <a:rPr lang="en-US"/>
              <a:pPr>
                <a:defRPr/>
              </a:pPr>
              <a:t>4/13/2024</a:t>
            </a:fld>
            <a:endParaRPr lang="en-US" dirty="0"/>
          </a:p>
        </p:txBody>
      </p:sp>
      <p:sp>
        <p:nvSpPr>
          <p:cNvPr id="8" name="Footer Placeholder 4">
            <a:extLst>
              <a:ext uri="{FF2B5EF4-FFF2-40B4-BE49-F238E27FC236}">
                <a16:creationId xmlns:a16="http://schemas.microsoft.com/office/drawing/2014/main" id="{845685ED-826C-4EC7-A6BA-7CA0198A1862}"/>
              </a:ext>
            </a:extLst>
          </p:cNvPr>
          <p:cNvSpPr>
            <a:spLocks noGrp="1"/>
          </p:cNvSpPr>
          <p:nvPr>
            <p:ph type="ftr" sz="quarter" idx="11"/>
          </p:nvPr>
        </p:nvSpPr>
        <p:spPr/>
        <p:txBody>
          <a:bodyPr/>
          <a:lstStyle>
            <a:lvl1pPr>
              <a:defRPr/>
            </a:lvl1pPr>
          </a:lstStyle>
          <a:p>
            <a:pPr>
              <a:defRPr/>
            </a:pPr>
            <a:endParaRPr lang="en-US" dirty="0"/>
          </a:p>
        </p:txBody>
      </p:sp>
      <p:sp>
        <p:nvSpPr>
          <p:cNvPr id="9" name="Slide Number Placeholder 5">
            <a:extLst>
              <a:ext uri="{FF2B5EF4-FFF2-40B4-BE49-F238E27FC236}">
                <a16:creationId xmlns:a16="http://schemas.microsoft.com/office/drawing/2014/main" id="{DD6E1149-1910-4ACB-A37B-4C342C49EB60}"/>
              </a:ext>
            </a:extLst>
          </p:cNvPr>
          <p:cNvSpPr>
            <a:spLocks noGrp="1"/>
          </p:cNvSpPr>
          <p:nvPr>
            <p:ph type="sldNum" sz="quarter" idx="12"/>
          </p:nvPr>
        </p:nvSpPr>
        <p:spPr/>
        <p:txBody>
          <a:bodyPr/>
          <a:lstStyle>
            <a:lvl1pPr>
              <a:defRPr/>
            </a:lvl1pPr>
          </a:lstStyle>
          <a:p>
            <a:fld id="{D4A1195C-9AA3-4E6F-ADBB-6ECE0386C009}" type="slidenum">
              <a:rPr lang="en-US" altLang="en-US"/>
              <a:pPr/>
              <a:t>‹#›</a:t>
            </a:fld>
            <a:endParaRPr lang="en-US" altLang="en-US" dirty="0"/>
          </a:p>
        </p:txBody>
      </p:sp>
    </p:spTree>
    <p:extLst>
      <p:ext uri="{BB962C8B-B14F-4D97-AF65-F5344CB8AC3E}">
        <p14:creationId xmlns:p14="http://schemas.microsoft.com/office/powerpoint/2010/main" val="33272022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6821845E-24A0-4578-9BC5-6A9915C1104E}"/>
              </a:ext>
            </a:extLst>
          </p:cNvPr>
          <p:cNvSpPr>
            <a:spLocks noGrp="1"/>
          </p:cNvSpPr>
          <p:nvPr>
            <p:ph type="dt" sz="half" idx="10"/>
          </p:nvPr>
        </p:nvSpPr>
        <p:spPr/>
        <p:txBody>
          <a:bodyPr/>
          <a:lstStyle>
            <a:lvl1pPr>
              <a:defRPr/>
            </a:lvl1pPr>
          </a:lstStyle>
          <a:p>
            <a:pPr>
              <a:defRPr/>
            </a:pPr>
            <a:fld id="{B210597D-6317-45F2-8629-415E7EB118B8}" type="datetimeFigureOut">
              <a:rPr lang="en-US"/>
              <a:pPr>
                <a:defRPr/>
              </a:pPr>
              <a:t>4/13/2024</a:t>
            </a:fld>
            <a:endParaRPr lang="en-US" dirty="0"/>
          </a:p>
        </p:txBody>
      </p:sp>
      <p:sp>
        <p:nvSpPr>
          <p:cNvPr id="4" name="Footer Placeholder 4">
            <a:extLst>
              <a:ext uri="{FF2B5EF4-FFF2-40B4-BE49-F238E27FC236}">
                <a16:creationId xmlns:a16="http://schemas.microsoft.com/office/drawing/2014/main" id="{CF783C05-9762-466A-8D44-65A2E996DE5D}"/>
              </a:ext>
            </a:extLst>
          </p:cNvPr>
          <p:cNvSpPr>
            <a:spLocks noGrp="1"/>
          </p:cNvSpPr>
          <p:nvPr>
            <p:ph type="ftr" sz="quarter" idx="11"/>
          </p:nvPr>
        </p:nvSpPr>
        <p:spPr/>
        <p:txBody>
          <a:bodyPr/>
          <a:lstStyle>
            <a:lvl1pPr>
              <a:defRPr/>
            </a:lvl1pPr>
          </a:lstStyle>
          <a:p>
            <a:pPr>
              <a:defRPr/>
            </a:pPr>
            <a:endParaRPr lang="en-US" dirty="0"/>
          </a:p>
        </p:txBody>
      </p:sp>
      <p:sp>
        <p:nvSpPr>
          <p:cNvPr id="5" name="Slide Number Placeholder 5">
            <a:extLst>
              <a:ext uri="{FF2B5EF4-FFF2-40B4-BE49-F238E27FC236}">
                <a16:creationId xmlns:a16="http://schemas.microsoft.com/office/drawing/2014/main" id="{309243B2-0936-4D7B-9356-C7EA5B03BB7B}"/>
              </a:ext>
            </a:extLst>
          </p:cNvPr>
          <p:cNvSpPr>
            <a:spLocks noGrp="1"/>
          </p:cNvSpPr>
          <p:nvPr>
            <p:ph type="sldNum" sz="quarter" idx="12"/>
          </p:nvPr>
        </p:nvSpPr>
        <p:spPr/>
        <p:txBody>
          <a:bodyPr/>
          <a:lstStyle>
            <a:lvl1pPr>
              <a:defRPr/>
            </a:lvl1pPr>
          </a:lstStyle>
          <a:p>
            <a:fld id="{9F2809AF-3536-45D3-A082-18DAAB674ED0}" type="slidenum">
              <a:rPr lang="en-US" altLang="en-US"/>
              <a:pPr/>
              <a:t>‹#›</a:t>
            </a:fld>
            <a:endParaRPr lang="en-US" altLang="en-US" dirty="0"/>
          </a:p>
        </p:txBody>
      </p:sp>
    </p:spTree>
    <p:extLst>
      <p:ext uri="{BB962C8B-B14F-4D97-AF65-F5344CB8AC3E}">
        <p14:creationId xmlns:p14="http://schemas.microsoft.com/office/powerpoint/2010/main" val="5140202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62557FF-7F48-47F8-91C6-B22D5E7E4EA1}"/>
              </a:ext>
            </a:extLst>
          </p:cNvPr>
          <p:cNvSpPr>
            <a:spLocks noGrp="1"/>
          </p:cNvSpPr>
          <p:nvPr>
            <p:ph type="dt" sz="half" idx="10"/>
          </p:nvPr>
        </p:nvSpPr>
        <p:spPr/>
        <p:txBody>
          <a:bodyPr/>
          <a:lstStyle>
            <a:lvl1pPr>
              <a:defRPr/>
            </a:lvl1pPr>
          </a:lstStyle>
          <a:p>
            <a:pPr>
              <a:defRPr/>
            </a:pPr>
            <a:fld id="{6BDFA6AA-C9E6-41AA-BCFF-2C243224A325}" type="datetimeFigureOut">
              <a:rPr lang="en-US"/>
              <a:pPr>
                <a:defRPr/>
              </a:pPr>
              <a:t>4/13/2024</a:t>
            </a:fld>
            <a:endParaRPr lang="en-US" dirty="0"/>
          </a:p>
        </p:txBody>
      </p:sp>
      <p:sp>
        <p:nvSpPr>
          <p:cNvPr id="3" name="Footer Placeholder 4">
            <a:extLst>
              <a:ext uri="{FF2B5EF4-FFF2-40B4-BE49-F238E27FC236}">
                <a16:creationId xmlns:a16="http://schemas.microsoft.com/office/drawing/2014/main" id="{DC783C2F-536C-4402-B4F8-0E951BAC3951}"/>
              </a:ext>
            </a:extLst>
          </p:cNvPr>
          <p:cNvSpPr>
            <a:spLocks noGrp="1"/>
          </p:cNvSpPr>
          <p:nvPr>
            <p:ph type="ftr" sz="quarter" idx="11"/>
          </p:nvPr>
        </p:nvSpPr>
        <p:spPr/>
        <p:txBody>
          <a:bodyPr/>
          <a:lstStyle>
            <a:lvl1pPr>
              <a:defRPr/>
            </a:lvl1pPr>
          </a:lstStyle>
          <a:p>
            <a:pPr>
              <a:defRPr/>
            </a:pPr>
            <a:endParaRPr lang="en-US" dirty="0"/>
          </a:p>
        </p:txBody>
      </p:sp>
      <p:sp>
        <p:nvSpPr>
          <p:cNvPr id="4" name="Slide Number Placeholder 5">
            <a:extLst>
              <a:ext uri="{FF2B5EF4-FFF2-40B4-BE49-F238E27FC236}">
                <a16:creationId xmlns:a16="http://schemas.microsoft.com/office/drawing/2014/main" id="{770CE099-518A-4343-BB97-BBD6BFA2682A}"/>
              </a:ext>
            </a:extLst>
          </p:cNvPr>
          <p:cNvSpPr>
            <a:spLocks noGrp="1"/>
          </p:cNvSpPr>
          <p:nvPr>
            <p:ph type="sldNum" sz="quarter" idx="12"/>
          </p:nvPr>
        </p:nvSpPr>
        <p:spPr/>
        <p:txBody>
          <a:bodyPr/>
          <a:lstStyle>
            <a:lvl1pPr>
              <a:defRPr/>
            </a:lvl1pPr>
          </a:lstStyle>
          <a:p>
            <a:fld id="{1174616A-8084-4D5A-80B1-E2D8C6EA3146}" type="slidenum">
              <a:rPr lang="en-US" altLang="en-US"/>
              <a:pPr/>
              <a:t>‹#›</a:t>
            </a:fld>
            <a:endParaRPr lang="en-US" altLang="en-US" dirty="0"/>
          </a:p>
        </p:txBody>
      </p:sp>
    </p:spTree>
    <p:extLst>
      <p:ext uri="{BB962C8B-B14F-4D97-AF65-F5344CB8AC3E}">
        <p14:creationId xmlns:p14="http://schemas.microsoft.com/office/powerpoint/2010/main" val="29171441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B5F36426-ADB2-4AC2-B0FA-2B0952943607}"/>
              </a:ext>
            </a:extLst>
          </p:cNvPr>
          <p:cNvSpPr>
            <a:spLocks noGrp="1"/>
          </p:cNvSpPr>
          <p:nvPr>
            <p:ph type="dt" sz="half" idx="10"/>
          </p:nvPr>
        </p:nvSpPr>
        <p:spPr/>
        <p:txBody>
          <a:bodyPr/>
          <a:lstStyle>
            <a:lvl1pPr>
              <a:defRPr/>
            </a:lvl1pPr>
          </a:lstStyle>
          <a:p>
            <a:pPr>
              <a:defRPr/>
            </a:pPr>
            <a:fld id="{1BCF3898-98E8-4EDC-AB41-6815FA33FA13}" type="datetimeFigureOut">
              <a:rPr lang="en-US"/>
              <a:pPr>
                <a:defRPr/>
              </a:pPr>
              <a:t>4/13/2024</a:t>
            </a:fld>
            <a:endParaRPr lang="en-US" dirty="0"/>
          </a:p>
        </p:txBody>
      </p:sp>
      <p:sp>
        <p:nvSpPr>
          <p:cNvPr id="6" name="Footer Placeholder 4">
            <a:extLst>
              <a:ext uri="{FF2B5EF4-FFF2-40B4-BE49-F238E27FC236}">
                <a16:creationId xmlns:a16="http://schemas.microsoft.com/office/drawing/2014/main" id="{F0CB5A72-DDB9-4255-99D5-B0B110BE9404}"/>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027CC330-5C63-4343-A9A6-47774B3A64A0}"/>
              </a:ext>
            </a:extLst>
          </p:cNvPr>
          <p:cNvSpPr>
            <a:spLocks noGrp="1"/>
          </p:cNvSpPr>
          <p:nvPr>
            <p:ph type="sldNum" sz="quarter" idx="12"/>
          </p:nvPr>
        </p:nvSpPr>
        <p:spPr/>
        <p:txBody>
          <a:bodyPr/>
          <a:lstStyle>
            <a:lvl1pPr>
              <a:defRPr/>
            </a:lvl1pPr>
          </a:lstStyle>
          <a:p>
            <a:fld id="{F6FB2CB1-55E1-4140-81A4-1E3DBAC2758B}" type="slidenum">
              <a:rPr lang="en-US" altLang="en-US"/>
              <a:pPr/>
              <a:t>‹#›</a:t>
            </a:fld>
            <a:endParaRPr lang="en-US" altLang="en-US" dirty="0"/>
          </a:p>
        </p:txBody>
      </p:sp>
    </p:spTree>
    <p:extLst>
      <p:ext uri="{BB962C8B-B14F-4D97-AF65-F5344CB8AC3E}">
        <p14:creationId xmlns:p14="http://schemas.microsoft.com/office/powerpoint/2010/main" val="3463968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3C654D79-7F41-4316-8BB3-FAC853E5716C}"/>
              </a:ext>
            </a:extLst>
          </p:cNvPr>
          <p:cNvSpPr>
            <a:spLocks noGrp="1"/>
          </p:cNvSpPr>
          <p:nvPr>
            <p:ph type="dt" sz="half" idx="10"/>
          </p:nvPr>
        </p:nvSpPr>
        <p:spPr/>
        <p:txBody>
          <a:bodyPr/>
          <a:lstStyle>
            <a:lvl1pPr>
              <a:defRPr/>
            </a:lvl1pPr>
          </a:lstStyle>
          <a:p>
            <a:pPr>
              <a:defRPr/>
            </a:pPr>
            <a:fld id="{8C05C28A-DC83-4283-AAF5-68C07D6ED5CE}" type="datetimeFigureOut">
              <a:rPr lang="en-US"/>
              <a:pPr>
                <a:defRPr/>
              </a:pPr>
              <a:t>4/13/2024</a:t>
            </a:fld>
            <a:endParaRPr lang="en-US" dirty="0"/>
          </a:p>
        </p:txBody>
      </p:sp>
      <p:sp>
        <p:nvSpPr>
          <p:cNvPr id="6" name="Footer Placeholder 4">
            <a:extLst>
              <a:ext uri="{FF2B5EF4-FFF2-40B4-BE49-F238E27FC236}">
                <a16:creationId xmlns:a16="http://schemas.microsoft.com/office/drawing/2014/main" id="{96AEF549-F7BA-46D7-BCB4-13A52D1DD15E}"/>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7E5DE351-D842-4538-9174-2C8ED1E4406A}"/>
              </a:ext>
            </a:extLst>
          </p:cNvPr>
          <p:cNvSpPr>
            <a:spLocks noGrp="1"/>
          </p:cNvSpPr>
          <p:nvPr>
            <p:ph type="sldNum" sz="quarter" idx="12"/>
          </p:nvPr>
        </p:nvSpPr>
        <p:spPr/>
        <p:txBody>
          <a:bodyPr/>
          <a:lstStyle>
            <a:lvl1pPr>
              <a:defRPr/>
            </a:lvl1pPr>
          </a:lstStyle>
          <a:p>
            <a:fld id="{950E3D0C-05D9-42F8-84FC-7C85B1A7D64D}" type="slidenum">
              <a:rPr lang="en-US" altLang="en-US"/>
              <a:pPr/>
              <a:t>‹#›</a:t>
            </a:fld>
            <a:endParaRPr lang="en-US" altLang="en-US" dirty="0"/>
          </a:p>
        </p:txBody>
      </p:sp>
    </p:spTree>
    <p:extLst>
      <p:ext uri="{BB962C8B-B14F-4D97-AF65-F5344CB8AC3E}">
        <p14:creationId xmlns:p14="http://schemas.microsoft.com/office/powerpoint/2010/main" val="6248011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551782-DC5C-43AA-A8FA-B12BD6FFD2C8}"/>
              </a:ext>
            </a:extLst>
          </p:cNvPr>
          <p:cNvSpPr>
            <a:spLocks noGrp="1"/>
          </p:cNvSpPr>
          <p:nvPr>
            <p:ph type="dt" sz="half" idx="10"/>
          </p:nvPr>
        </p:nvSpPr>
        <p:spPr/>
        <p:txBody>
          <a:bodyPr/>
          <a:lstStyle>
            <a:lvl1pPr>
              <a:defRPr/>
            </a:lvl1pPr>
          </a:lstStyle>
          <a:p>
            <a:pPr>
              <a:defRPr/>
            </a:pPr>
            <a:fld id="{06753718-D954-4B0C-A757-72A4E06B1FA9}"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384FF62A-F75E-4B38-8559-6FEE5B92F783}"/>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215C56B4-198B-403F-98C7-9E0B0629D25A}"/>
              </a:ext>
            </a:extLst>
          </p:cNvPr>
          <p:cNvSpPr>
            <a:spLocks noGrp="1"/>
          </p:cNvSpPr>
          <p:nvPr>
            <p:ph type="sldNum" sz="quarter" idx="12"/>
          </p:nvPr>
        </p:nvSpPr>
        <p:spPr/>
        <p:txBody>
          <a:bodyPr/>
          <a:lstStyle>
            <a:lvl1pPr>
              <a:defRPr/>
            </a:lvl1pPr>
          </a:lstStyle>
          <a:p>
            <a:fld id="{4880BEF1-17AB-4ACA-9E2D-39B808F8D623}" type="slidenum">
              <a:rPr lang="en-US" altLang="en-US"/>
              <a:pPr/>
              <a:t>‹#›</a:t>
            </a:fld>
            <a:endParaRPr lang="en-US" altLang="en-US" dirty="0"/>
          </a:p>
        </p:txBody>
      </p:sp>
    </p:spTree>
    <p:extLst>
      <p:ext uri="{BB962C8B-B14F-4D97-AF65-F5344CB8AC3E}">
        <p14:creationId xmlns:p14="http://schemas.microsoft.com/office/powerpoint/2010/main" val="19539930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E139C2-A4C0-4059-8700-A573DD6781D5}"/>
              </a:ext>
            </a:extLst>
          </p:cNvPr>
          <p:cNvSpPr>
            <a:spLocks noGrp="1"/>
          </p:cNvSpPr>
          <p:nvPr>
            <p:ph type="dt" sz="half" idx="10"/>
          </p:nvPr>
        </p:nvSpPr>
        <p:spPr/>
        <p:txBody>
          <a:bodyPr/>
          <a:lstStyle>
            <a:lvl1pPr>
              <a:defRPr/>
            </a:lvl1pPr>
          </a:lstStyle>
          <a:p>
            <a:pPr>
              <a:defRPr/>
            </a:pPr>
            <a:fld id="{ACD87CE5-9B25-4885-9604-31F4A214E945}"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B85F0C17-5C89-4C4F-B556-B075013471F6}"/>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EFBBC160-3E9D-4E5E-9B28-B7BEAF62A872}"/>
              </a:ext>
            </a:extLst>
          </p:cNvPr>
          <p:cNvSpPr>
            <a:spLocks noGrp="1"/>
          </p:cNvSpPr>
          <p:nvPr>
            <p:ph type="sldNum" sz="quarter" idx="12"/>
          </p:nvPr>
        </p:nvSpPr>
        <p:spPr/>
        <p:txBody>
          <a:bodyPr/>
          <a:lstStyle>
            <a:lvl1pPr>
              <a:defRPr/>
            </a:lvl1pPr>
          </a:lstStyle>
          <a:p>
            <a:fld id="{C1E3867D-8E9D-405F-818A-9FC1EA27CA5A}" type="slidenum">
              <a:rPr lang="en-US" altLang="en-US"/>
              <a:pPr/>
              <a:t>‹#›</a:t>
            </a:fld>
            <a:endParaRPr lang="en-US" altLang="en-US" dirty="0"/>
          </a:p>
        </p:txBody>
      </p:sp>
    </p:spTree>
    <p:extLst>
      <p:ext uri="{BB962C8B-B14F-4D97-AF65-F5344CB8AC3E}">
        <p14:creationId xmlns:p14="http://schemas.microsoft.com/office/powerpoint/2010/main" val="295990884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93C4D87-AC05-4A89-BDB8-2BE9DC29B004}"/>
              </a:ext>
            </a:extLst>
          </p:cNvPr>
          <p:cNvSpPr>
            <a:spLocks noGrp="1"/>
          </p:cNvSpPr>
          <p:nvPr>
            <p:ph type="dt" sz="half" idx="10"/>
          </p:nvPr>
        </p:nvSpPr>
        <p:spPr/>
        <p:txBody>
          <a:bodyPr/>
          <a:lstStyle>
            <a:lvl1pPr>
              <a:defRPr/>
            </a:lvl1pPr>
          </a:lstStyle>
          <a:p>
            <a:pPr>
              <a:defRPr/>
            </a:pPr>
            <a:fld id="{BBF50BCF-ADDE-425E-8813-6512B9447131}" type="datetimeFigureOut">
              <a:rPr lang="en-IN"/>
              <a:pPr>
                <a:defRPr/>
              </a:pPr>
              <a:t>13-04-2024</a:t>
            </a:fld>
            <a:endParaRPr lang="en-IN" dirty="0"/>
          </a:p>
        </p:txBody>
      </p:sp>
      <p:sp>
        <p:nvSpPr>
          <p:cNvPr id="5" name="Footer Placeholder 4">
            <a:extLst>
              <a:ext uri="{FF2B5EF4-FFF2-40B4-BE49-F238E27FC236}">
                <a16:creationId xmlns:a16="http://schemas.microsoft.com/office/drawing/2014/main" id="{B1D8A096-BB32-4A49-B6B0-574331CC777C}"/>
              </a:ext>
            </a:extLst>
          </p:cNvPr>
          <p:cNvSpPr>
            <a:spLocks noGrp="1"/>
          </p:cNvSpPr>
          <p:nvPr>
            <p:ph type="ftr" sz="quarter" idx="11"/>
          </p:nvPr>
        </p:nvSpPr>
        <p:spPr/>
        <p:txBody>
          <a:bodyPr/>
          <a:lstStyle>
            <a:lvl1pPr>
              <a:defRPr/>
            </a:lvl1pPr>
          </a:lstStyle>
          <a:p>
            <a:pPr>
              <a:defRPr/>
            </a:pPr>
            <a:endParaRPr lang="en-IN" dirty="0"/>
          </a:p>
        </p:txBody>
      </p:sp>
      <p:sp>
        <p:nvSpPr>
          <p:cNvPr id="6" name="Slide Number Placeholder 5">
            <a:extLst>
              <a:ext uri="{FF2B5EF4-FFF2-40B4-BE49-F238E27FC236}">
                <a16:creationId xmlns:a16="http://schemas.microsoft.com/office/drawing/2014/main" id="{6D282672-816C-462C-83C1-3C0AB79B931E}"/>
              </a:ext>
            </a:extLst>
          </p:cNvPr>
          <p:cNvSpPr>
            <a:spLocks noGrp="1"/>
          </p:cNvSpPr>
          <p:nvPr>
            <p:ph type="sldNum" sz="quarter" idx="12"/>
          </p:nvPr>
        </p:nvSpPr>
        <p:spPr/>
        <p:txBody>
          <a:bodyPr/>
          <a:lstStyle>
            <a:lvl1pPr>
              <a:defRPr/>
            </a:lvl1pPr>
          </a:lstStyle>
          <a:p>
            <a:fld id="{E87DE8C4-A837-4899-84DB-75D6CA21F827}" type="slidenum">
              <a:rPr lang="en-IN" altLang="en-US"/>
              <a:pPr/>
              <a:t>‹#›</a:t>
            </a:fld>
            <a:endParaRPr lang="en-IN" altLang="en-US" dirty="0"/>
          </a:p>
        </p:txBody>
      </p:sp>
    </p:spTree>
    <p:extLst>
      <p:ext uri="{BB962C8B-B14F-4D97-AF65-F5344CB8AC3E}">
        <p14:creationId xmlns:p14="http://schemas.microsoft.com/office/powerpoint/2010/main" val="36222380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9B82DE-8CA8-45A1-AAA1-17873B98BFF9}"/>
              </a:ext>
            </a:extLst>
          </p:cNvPr>
          <p:cNvSpPr>
            <a:spLocks noGrp="1"/>
          </p:cNvSpPr>
          <p:nvPr>
            <p:ph type="dt" sz="half" idx="10"/>
          </p:nvPr>
        </p:nvSpPr>
        <p:spPr/>
        <p:txBody>
          <a:bodyPr/>
          <a:lstStyle>
            <a:lvl1pPr>
              <a:defRPr/>
            </a:lvl1pPr>
          </a:lstStyle>
          <a:p>
            <a:pPr>
              <a:defRPr/>
            </a:pPr>
            <a:fld id="{A61F780E-710B-4FFA-829B-BEE76FA6F79B}" type="datetimeFigureOut">
              <a:rPr lang="en-IN"/>
              <a:pPr>
                <a:defRPr/>
              </a:pPr>
              <a:t>13-04-2024</a:t>
            </a:fld>
            <a:endParaRPr lang="en-IN" dirty="0"/>
          </a:p>
        </p:txBody>
      </p:sp>
      <p:sp>
        <p:nvSpPr>
          <p:cNvPr id="5" name="Footer Placeholder 4">
            <a:extLst>
              <a:ext uri="{FF2B5EF4-FFF2-40B4-BE49-F238E27FC236}">
                <a16:creationId xmlns:a16="http://schemas.microsoft.com/office/drawing/2014/main" id="{897F77BE-F6D8-4D19-A881-7E07042F9641}"/>
              </a:ext>
            </a:extLst>
          </p:cNvPr>
          <p:cNvSpPr>
            <a:spLocks noGrp="1"/>
          </p:cNvSpPr>
          <p:nvPr>
            <p:ph type="ftr" sz="quarter" idx="11"/>
          </p:nvPr>
        </p:nvSpPr>
        <p:spPr/>
        <p:txBody>
          <a:bodyPr/>
          <a:lstStyle>
            <a:lvl1pPr>
              <a:defRPr/>
            </a:lvl1pPr>
          </a:lstStyle>
          <a:p>
            <a:pPr>
              <a:defRPr/>
            </a:pPr>
            <a:endParaRPr lang="en-IN" dirty="0"/>
          </a:p>
        </p:txBody>
      </p:sp>
      <p:sp>
        <p:nvSpPr>
          <p:cNvPr id="6" name="Slide Number Placeholder 5">
            <a:extLst>
              <a:ext uri="{FF2B5EF4-FFF2-40B4-BE49-F238E27FC236}">
                <a16:creationId xmlns:a16="http://schemas.microsoft.com/office/drawing/2014/main" id="{A29E55B1-7650-4EB0-9220-872F8BE27C21}"/>
              </a:ext>
            </a:extLst>
          </p:cNvPr>
          <p:cNvSpPr>
            <a:spLocks noGrp="1"/>
          </p:cNvSpPr>
          <p:nvPr>
            <p:ph type="sldNum" sz="quarter" idx="12"/>
          </p:nvPr>
        </p:nvSpPr>
        <p:spPr/>
        <p:txBody>
          <a:bodyPr/>
          <a:lstStyle>
            <a:lvl1pPr>
              <a:defRPr/>
            </a:lvl1pPr>
          </a:lstStyle>
          <a:p>
            <a:fld id="{B918F22A-6CE2-4DD3-A255-3A7502841393}" type="slidenum">
              <a:rPr lang="en-IN" altLang="en-US"/>
              <a:pPr/>
              <a:t>‹#›</a:t>
            </a:fld>
            <a:endParaRPr lang="en-IN" altLang="en-US" dirty="0"/>
          </a:p>
        </p:txBody>
      </p:sp>
    </p:spTree>
    <p:extLst>
      <p:ext uri="{BB962C8B-B14F-4D97-AF65-F5344CB8AC3E}">
        <p14:creationId xmlns:p14="http://schemas.microsoft.com/office/powerpoint/2010/main" val="40622540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87EA1F-526F-4CCC-B301-B37C28DF8332}"/>
              </a:ext>
            </a:extLst>
          </p:cNvPr>
          <p:cNvSpPr>
            <a:spLocks noGrp="1"/>
          </p:cNvSpPr>
          <p:nvPr>
            <p:ph type="dt" sz="half" idx="10"/>
          </p:nvPr>
        </p:nvSpPr>
        <p:spPr/>
        <p:txBody>
          <a:bodyPr/>
          <a:lstStyle>
            <a:lvl1pPr>
              <a:defRPr/>
            </a:lvl1pPr>
          </a:lstStyle>
          <a:p>
            <a:pPr>
              <a:defRPr/>
            </a:pPr>
            <a:fld id="{4F7AF6C5-6EBC-4EB9-BBCB-22E2D32332BF}" type="datetimeFigureOut">
              <a:rPr lang="en-IN"/>
              <a:pPr>
                <a:defRPr/>
              </a:pPr>
              <a:t>13-04-2024</a:t>
            </a:fld>
            <a:endParaRPr lang="en-IN" dirty="0"/>
          </a:p>
        </p:txBody>
      </p:sp>
      <p:sp>
        <p:nvSpPr>
          <p:cNvPr id="5" name="Footer Placeholder 4">
            <a:extLst>
              <a:ext uri="{FF2B5EF4-FFF2-40B4-BE49-F238E27FC236}">
                <a16:creationId xmlns:a16="http://schemas.microsoft.com/office/drawing/2014/main" id="{601359D0-17B2-4A3D-85D7-D05886B09A28}"/>
              </a:ext>
            </a:extLst>
          </p:cNvPr>
          <p:cNvSpPr>
            <a:spLocks noGrp="1"/>
          </p:cNvSpPr>
          <p:nvPr>
            <p:ph type="ftr" sz="quarter" idx="11"/>
          </p:nvPr>
        </p:nvSpPr>
        <p:spPr/>
        <p:txBody>
          <a:bodyPr/>
          <a:lstStyle>
            <a:lvl1pPr>
              <a:defRPr/>
            </a:lvl1pPr>
          </a:lstStyle>
          <a:p>
            <a:pPr>
              <a:defRPr/>
            </a:pPr>
            <a:endParaRPr lang="en-IN" dirty="0"/>
          </a:p>
        </p:txBody>
      </p:sp>
      <p:sp>
        <p:nvSpPr>
          <p:cNvPr id="6" name="Slide Number Placeholder 5">
            <a:extLst>
              <a:ext uri="{FF2B5EF4-FFF2-40B4-BE49-F238E27FC236}">
                <a16:creationId xmlns:a16="http://schemas.microsoft.com/office/drawing/2014/main" id="{AAACCD3C-E5EC-48E6-8396-D69EFE512702}"/>
              </a:ext>
            </a:extLst>
          </p:cNvPr>
          <p:cNvSpPr>
            <a:spLocks noGrp="1"/>
          </p:cNvSpPr>
          <p:nvPr>
            <p:ph type="sldNum" sz="quarter" idx="12"/>
          </p:nvPr>
        </p:nvSpPr>
        <p:spPr/>
        <p:txBody>
          <a:bodyPr/>
          <a:lstStyle>
            <a:lvl1pPr>
              <a:defRPr/>
            </a:lvl1pPr>
          </a:lstStyle>
          <a:p>
            <a:fld id="{0C7E3E25-C7E1-43C5-B24C-2947C0BE80C1}" type="slidenum">
              <a:rPr lang="en-IN" altLang="en-US"/>
              <a:pPr/>
              <a:t>‹#›</a:t>
            </a:fld>
            <a:endParaRPr lang="en-IN" altLang="en-US" dirty="0"/>
          </a:p>
        </p:txBody>
      </p:sp>
    </p:spTree>
    <p:extLst>
      <p:ext uri="{BB962C8B-B14F-4D97-AF65-F5344CB8AC3E}">
        <p14:creationId xmlns:p14="http://schemas.microsoft.com/office/powerpoint/2010/main" val="10106696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FE597A8D-C490-45FD-8529-E67BBB62047E}"/>
              </a:ext>
            </a:extLst>
          </p:cNvPr>
          <p:cNvSpPr>
            <a:spLocks noGrp="1"/>
          </p:cNvSpPr>
          <p:nvPr>
            <p:ph type="dt" sz="half" idx="10"/>
          </p:nvPr>
        </p:nvSpPr>
        <p:spPr/>
        <p:txBody>
          <a:bodyPr/>
          <a:lstStyle>
            <a:lvl1pPr>
              <a:defRPr/>
            </a:lvl1pPr>
          </a:lstStyle>
          <a:p>
            <a:pPr>
              <a:defRPr/>
            </a:pPr>
            <a:fld id="{06A13B84-8C47-4DB7-A855-9D95ACB38FE1}" type="datetimeFigureOut">
              <a:rPr lang="en-IN"/>
              <a:pPr>
                <a:defRPr/>
              </a:pPr>
              <a:t>13-04-2024</a:t>
            </a:fld>
            <a:endParaRPr lang="en-IN" dirty="0"/>
          </a:p>
        </p:txBody>
      </p:sp>
      <p:sp>
        <p:nvSpPr>
          <p:cNvPr id="6" name="Footer Placeholder 4">
            <a:extLst>
              <a:ext uri="{FF2B5EF4-FFF2-40B4-BE49-F238E27FC236}">
                <a16:creationId xmlns:a16="http://schemas.microsoft.com/office/drawing/2014/main" id="{18436318-6CD3-4B02-A3D6-D634556182B6}"/>
              </a:ext>
            </a:extLst>
          </p:cNvPr>
          <p:cNvSpPr>
            <a:spLocks noGrp="1"/>
          </p:cNvSpPr>
          <p:nvPr>
            <p:ph type="ftr" sz="quarter" idx="11"/>
          </p:nvPr>
        </p:nvSpPr>
        <p:spPr/>
        <p:txBody>
          <a:bodyPr/>
          <a:lstStyle>
            <a:lvl1pPr>
              <a:defRPr/>
            </a:lvl1pPr>
          </a:lstStyle>
          <a:p>
            <a:pPr>
              <a:defRPr/>
            </a:pPr>
            <a:endParaRPr lang="en-IN" dirty="0"/>
          </a:p>
        </p:txBody>
      </p:sp>
      <p:sp>
        <p:nvSpPr>
          <p:cNvPr id="7" name="Slide Number Placeholder 5">
            <a:extLst>
              <a:ext uri="{FF2B5EF4-FFF2-40B4-BE49-F238E27FC236}">
                <a16:creationId xmlns:a16="http://schemas.microsoft.com/office/drawing/2014/main" id="{E89DADDC-26B6-41A9-85DF-6096C7F2153F}"/>
              </a:ext>
            </a:extLst>
          </p:cNvPr>
          <p:cNvSpPr>
            <a:spLocks noGrp="1"/>
          </p:cNvSpPr>
          <p:nvPr>
            <p:ph type="sldNum" sz="quarter" idx="12"/>
          </p:nvPr>
        </p:nvSpPr>
        <p:spPr/>
        <p:txBody>
          <a:bodyPr/>
          <a:lstStyle>
            <a:lvl1pPr>
              <a:defRPr/>
            </a:lvl1pPr>
          </a:lstStyle>
          <a:p>
            <a:fld id="{4EBA76CC-7124-4123-ABB8-FD35C81365E2}" type="slidenum">
              <a:rPr lang="en-IN" altLang="en-US"/>
              <a:pPr/>
              <a:t>‹#›</a:t>
            </a:fld>
            <a:endParaRPr lang="en-IN" altLang="en-US" dirty="0"/>
          </a:p>
        </p:txBody>
      </p:sp>
    </p:spTree>
    <p:extLst>
      <p:ext uri="{BB962C8B-B14F-4D97-AF65-F5344CB8AC3E}">
        <p14:creationId xmlns:p14="http://schemas.microsoft.com/office/powerpoint/2010/main" val="19231422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891890C7-4752-443A-B56A-EDDEB5FF2FFE}"/>
              </a:ext>
            </a:extLst>
          </p:cNvPr>
          <p:cNvSpPr>
            <a:spLocks noGrp="1"/>
          </p:cNvSpPr>
          <p:nvPr>
            <p:ph type="dt" sz="half" idx="10"/>
          </p:nvPr>
        </p:nvSpPr>
        <p:spPr/>
        <p:txBody>
          <a:bodyPr/>
          <a:lstStyle>
            <a:lvl1pPr>
              <a:defRPr/>
            </a:lvl1pPr>
          </a:lstStyle>
          <a:p>
            <a:pPr>
              <a:defRPr/>
            </a:pPr>
            <a:fld id="{F370CC73-49F9-4025-A996-3F3CD1CD4346}" type="datetimeFigureOut">
              <a:rPr lang="en-IN"/>
              <a:pPr>
                <a:defRPr/>
              </a:pPr>
              <a:t>13-04-2024</a:t>
            </a:fld>
            <a:endParaRPr lang="en-IN" dirty="0"/>
          </a:p>
        </p:txBody>
      </p:sp>
      <p:sp>
        <p:nvSpPr>
          <p:cNvPr id="8" name="Footer Placeholder 4">
            <a:extLst>
              <a:ext uri="{FF2B5EF4-FFF2-40B4-BE49-F238E27FC236}">
                <a16:creationId xmlns:a16="http://schemas.microsoft.com/office/drawing/2014/main" id="{181AF68A-EDC7-4EDC-9B77-22E61C57B34B}"/>
              </a:ext>
            </a:extLst>
          </p:cNvPr>
          <p:cNvSpPr>
            <a:spLocks noGrp="1"/>
          </p:cNvSpPr>
          <p:nvPr>
            <p:ph type="ftr" sz="quarter" idx="11"/>
          </p:nvPr>
        </p:nvSpPr>
        <p:spPr/>
        <p:txBody>
          <a:bodyPr/>
          <a:lstStyle>
            <a:lvl1pPr>
              <a:defRPr/>
            </a:lvl1pPr>
          </a:lstStyle>
          <a:p>
            <a:pPr>
              <a:defRPr/>
            </a:pPr>
            <a:endParaRPr lang="en-IN" dirty="0"/>
          </a:p>
        </p:txBody>
      </p:sp>
      <p:sp>
        <p:nvSpPr>
          <p:cNvPr id="9" name="Slide Number Placeholder 5">
            <a:extLst>
              <a:ext uri="{FF2B5EF4-FFF2-40B4-BE49-F238E27FC236}">
                <a16:creationId xmlns:a16="http://schemas.microsoft.com/office/drawing/2014/main" id="{E32D0E8C-0E67-4900-AA2E-5348F4F56AB4}"/>
              </a:ext>
            </a:extLst>
          </p:cNvPr>
          <p:cNvSpPr>
            <a:spLocks noGrp="1"/>
          </p:cNvSpPr>
          <p:nvPr>
            <p:ph type="sldNum" sz="quarter" idx="12"/>
          </p:nvPr>
        </p:nvSpPr>
        <p:spPr/>
        <p:txBody>
          <a:bodyPr/>
          <a:lstStyle>
            <a:lvl1pPr>
              <a:defRPr/>
            </a:lvl1pPr>
          </a:lstStyle>
          <a:p>
            <a:fld id="{DBB5CFF5-4F17-47A3-BCF7-BEEDB9B90E2A}" type="slidenum">
              <a:rPr lang="en-IN" altLang="en-US"/>
              <a:pPr/>
              <a:t>‹#›</a:t>
            </a:fld>
            <a:endParaRPr lang="en-IN" altLang="en-US" dirty="0"/>
          </a:p>
        </p:txBody>
      </p:sp>
    </p:spTree>
    <p:extLst>
      <p:ext uri="{BB962C8B-B14F-4D97-AF65-F5344CB8AC3E}">
        <p14:creationId xmlns:p14="http://schemas.microsoft.com/office/powerpoint/2010/main" val="140640672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D335F926-99F2-4E43-AD2F-37EB04E4AA64}"/>
              </a:ext>
            </a:extLst>
          </p:cNvPr>
          <p:cNvSpPr>
            <a:spLocks noGrp="1"/>
          </p:cNvSpPr>
          <p:nvPr>
            <p:ph type="dt" sz="half" idx="10"/>
          </p:nvPr>
        </p:nvSpPr>
        <p:spPr/>
        <p:txBody>
          <a:bodyPr/>
          <a:lstStyle>
            <a:lvl1pPr>
              <a:defRPr/>
            </a:lvl1pPr>
          </a:lstStyle>
          <a:p>
            <a:pPr>
              <a:defRPr/>
            </a:pPr>
            <a:fld id="{0CE93FF5-2808-44AA-9826-8F7AFA07A696}" type="datetimeFigureOut">
              <a:rPr lang="en-IN"/>
              <a:pPr>
                <a:defRPr/>
              </a:pPr>
              <a:t>13-04-2024</a:t>
            </a:fld>
            <a:endParaRPr lang="en-IN" dirty="0"/>
          </a:p>
        </p:txBody>
      </p:sp>
      <p:sp>
        <p:nvSpPr>
          <p:cNvPr id="4" name="Footer Placeholder 4">
            <a:extLst>
              <a:ext uri="{FF2B5EF4-FFF2-40B4-BE49-F238E27FC236}">
                <a16:creationId xmlns:a16="http://schemas.microsoft.com/office/drawing/2014/main" id="{B879E740-062B-482D-B071-5EEE101C4F3A}"/>
              </a:ext>
            </a:extLst>
          </p:cNvPr>
          <p:cNvSpPr>
            <a:spLocks noGrp="1"/>
          </p:cNvSpPr>
          <p:nvPr>
            <p:ph type="ftr" sz="quarter" idx="11"/>
          </p:nvPr>
        </p:nvSpPr>
        <p:spPr/>
        <p:txBody>
          <a:bodyPr/>
          <a:lstStyle>
            <a:lvl1pPr>
              <a:defRPr/>
            </a:lvl1pPr>
          </a:lstStyle>
          <a:p>
            <a:pPr>
              <a:defRPr/>
            </a:pPr>
            <a:endParaRPr lang="en-IN" dirty="0"/>
          </a:p>
        </p:txBody>
      </p:sp>
      <p:sp>
        <p:nvSpPr>
          <p:cNvPr id="5" name="Slide Number Placeholder 5">
            <a:extLst>
              <a:ext uri="{FF2B5EF4-FFF2-40B4-BE49-F238E27FC236}">
                <a16:creationId xmlns:a16="http://schemas.microsoft.com/office/drawing/2014/main" id="{A31F842E-7B2C-48B5-AAF7-EE42CADFAC42}"/>
              </a:ext>
            </a:extLst>
          </p:cNvPr>
          <p:cNvSpPr>
            <a:spLocks noGrp="1"/>
          </p:cNvSpPr>
          <p:nvPr>
            <p:ph type="sldNum" sz="quarter" idx="12"/>
          </p:nvPr>
        </p:nvSpPr>
        <p:spPr/>
        <p:txBody>
          <a:bodyPr/>
          <a:lstStyle>
            <a:lvl1pPr>
              <a:defRPr/>
            </a:lvl1pPr>
          </a:lstStyle>
          <a:p>
            <a:fld id="{04FC6505-5CB5-49FF-87AA-22F1BE2AF5C9}" type="slidenum">
              <a:rPr lang="en-IN" altLang="en-US"/>
              <a:pPr/>
              <a:t>‹#›</a:t>
            </a:fld>
            <a:endParaRPr lang="en-IN" altLang="en-US" dirty="0"/>
          </a:p>
        </p:txBody>
      </p:sp>
    </p:spTree>
    <p:extLst>
      <p:ext uri="{BB962C8B-B14F-4D97-AF65-F5344CB8AC3E}">
        <p14:creationId xmlns:p14="http://schemas.microsoft.com/office/powerpoint/2010/main" val="341384165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D26FDA6-D4FB-4263-B3A9-CCEBCF6985EA}"/>
              </a:ext>
            </a:extLst>
          </p:cNvPr>
          <p:cNvSpPr>
            <a:spLocks noGrp="1"/>
          </p:cNvSpPr>
          <p:nvPr>
            <p:ph type="dt" sz="half" idx="10"/>
          </p:nvPr>
        </p:nvSpPr>
        <p:spPr/>
        <p:txBody>
          <a:bodyPr/>
          <a:lstStyle>
            <a:lvl1pPr>
              <a:defRPr/>
            </a:lvl1pPr>
          </a:lstStyle>
          <a:p>
            <a:pPr>
              <a:defRPr/>
            </a:pPr>
            <a:fld id="{F165C342-A7EB-4EEB-B40F-37C7BC934C48}" type="datetimeFigureOut">
              <a:rPr lang="en-IN"/>
              <a:pPr>
                <a:defRPr/>
              </a:pPr>
              <a:t>13-04-2024</a:t>
            </a:fld>
            <a:endParaRPr lang="en-IN" dirty="0"/>
          </a:p>
        </p:txBody>
      </p:sp>
      <p:sp>
        <p:nvSpPr>
          <p:cNvPr id="3" name="Footer Placeholder 4">
            <a:extLst>
              <a:ext uri="{FF2B5EF4-FFF2-40B4-BE49-F238E27FC236}">
                <a16:creationId xmlns:a16="http://schemas.microsoft.com/office/drawing/2014/main" id="{63AB2C91-5DA5-49FA-8B66-FE7A67187989}"/>
              </a:ext>
            </a:extLst>
          </p:cNvPr>
          <p:cNvSpPr>
            <a:spLocks noGrp="1"/>
          </p:cNvSpPr>
          <p:nvPr>
            <p:ph type="ftr" sz="quarter" idx="11"/>
          </p:nvPr>
        </p:nvSpPr>
        <p:spPr/>
        <p:txBody>
          <a:bodyPr/>
          <a:lstStyle>
            <a:lvl1pPr>
              <a:defRPr/>
            </a:lvl1pPr>
          </a:lstStyle>
          <a:p>
            <a:pPr>
              <a:defRPr/>
            </a:pPr>
            <a:endParaRPr lang="en-IN" dirty="0"/>
          </a:p>
        </p:txBody>
      </p:sp>
      <p:sp>
        <p:nvSpPr>
          <p:cNvPr id="4" name="Slide Number Placeholder 5">
            <a:extLst>
              <a:ext uri="{FF2B5EF4-FFF2-40B4-BE49-F238E27FC236}">
                <a16:creationId xmlns:a16="http://schemas.microsoft.com/office/drawing/2014/main" id="{C9D613FE-90C8-4983-87B2-F42C7093B110}"/>
              </a:ext>
            </a:extLst>
          </p:cNvPr>
          <p:cNvSpPr>
            <a:spLocks noGrp="1"/>
          </p:cNvSpPr>
          <p:nvPr>
            <p:ph type="sldNum" sz="quarter" idx="12"/>
          </p:nvPr>
        </p:nvSpPr>
        <p:spPr/>
        <p:txBody>
          <a:bodyPr/>
          <a:lstStyle>
            <a:lvl1pPr>
              <a:defRPr/>
            </a:lvl1pPr>
          </a:lstStyle>
          <a:p>
            <a:fld id="{AACDD301-9204-4DA9-BE1F-683F3E7D6B7F}" type="slidenum">
              <a:rPr lang="en-IN" altLang="en-US"/>
              <a:pPr/>
              <a:t>‹#›</a:t>
            </a:fld>
            <a:endParaRPr lang="en-IN" altLang="en-US" dirty="0"/>
          </a:p>
        </p:txBody>
      </p:sp>
    </p:spTree>
    <p:extLst>
      <p:ext uri="{BB962C8B-B14F-4D97-AF65-F5344CB8AC3E}">
        <p14:creationId xmlns:p14="http://schemas.microsoft.com/office/powerpoint/2010/main" val="16184713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CFC0AD49-F25A-4653-BDC8-6DD62AFB8A51}"/>
              </a:ext>
            </a:extLst>
          </p:cNvPr>
          <p:cNvSpPr>
            <a:spLocks noGrp="1"/>
          </p:cNvSpPr>
          <p:nvPr>
            <p:ph type="dt" sz="half" idx="10"/>
          </p:nvPr>
        </p:nvSpPr>
        <p:spPr/>
        <p:txBody>
          <a:bodyPr/>
          <a:lstStyle>
            <a:lvl1pPr>
              <a:defRPr/>
            </a:lvl1pPr>
          </a:lstStyle>
          <a:p>
            <a:pPr>
              <a:defRPr/>
            </a:pPr>
            <a:fld id="{9D9B8179-3450-4157-A184-9D581D324E47}" type="datetimeFigureOut">
              <a:rPr lang="en-IN"/>
              <a:pPr>
                <a:defRPr/>
              </a:pPr>
              <a:t>13-04-2024</a:t>
            </a:fld>
            <a:endParaRPr lang="en-IN" dirty="0"/>
          </a:p>
        </p:txBody>
      </p:sp>
      <p:sp>
        <p:nvSpPr>
          <p:cNvPr id="6" name="Footer Placeholder 4">
            <a:extLst>
              <a:ext uri="{FF2B5EF4-FFF2-40B4-BE49-F238E27FC236}">
                <a16:creationId xmlns:a16="http://schemas.microsoft.com/office/drawing/2014/main" id="{C0F8B787-7D36-400B-B005-66BCAD0B6193}"/>
              </a:ext>
            </a:extLst>
          </p:cNvPr>
          <p:cNvSpPr>
            <a:spLocks noGrp="1"/>
          </p:cNvSpPr>
          <p:nvPr>
            <p:ph type="ftr" sz="quarter" idx="11"/>
          </p:nvPr>
        </p:nvSpPr>
        <p:spPr/>
        <p:txBody>
          <a:bodyPr/>
          <a:lstStyle>
            <a:lvl1pPr>
              <a:defRPr/>
            </a:lvl1pPr>
          </a:lstStyle>
          <a:p>
            <a:pPr>
              <a:defRPr/>
            </a:pPr>
            <a:endParaRPr lang="en-IN" dirty="0"/>
          </a:p>
        </p:txBody>
      </p:sp>
      <p:sp>
        <p:nvSpPr>
          <p:cNvPr id="7" name="Slide Number Placeholder 5">
            <a:extLst>
              <a:ext uri="{FF2B5EF4-FFF2-40B4-BE49-F238E27FC236}">
                <a16:creationId xmlns:a16="http://schemas.microsoft.com/office/drawing/2014/main" id="{64FFB6F9-AC5D-46C8-9AFC-D486AA6353A9}"/>
              </a:ext>
            </a:extLst>
          </p:cNvPr>
          <p:cNvSpPr>
            <a:spLocks noGrp="1"/>
          </p:cNvSpPr>
          <p:nvPr>
            <p:ph type="sldNum" sz="quarter" idx="12"/>
          </p:nvPr>
        </p:nvSpPr>
        <p:spPr/>
        <p:txBody>
          <a:bodyPr/>
          <a:lstStyle>
            <a:lvl1pPr>
              <a:defRPr/>
            </a:lvl1pPr>
          </a:lstStyle>
          <a:p>
            <a:fld id="{D2552352-2111-4FBE-BAF5-81C59A3D991F}" type="slidenum">
              <a:rPr lang="en-IN" altLang="en-US"/>
              <a:pPr/>
              <a:t>‹#›</a:t>
            </a:fld>
            <a:endParaRPr lang="en-IN" altLang="en-US" dirty="0"/>
          </a:p>
        </p:txBody>
      </p:sp>
    </p:spTree>
    <p:extLst>
      <p:ext uri="{BB962C8B-B14F-4D97-AF65-F5344CB8AC3E}">
        <p14:creationId xmlns:p14="http://schemas.microsoft.com/office/powerpoint/2010/main" val="125839409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dirty="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617206B8-CBEA-4C97-9838-8BC5577A23BA}"/>
              </a:ext>
            </a:extLst>
          </p:cNvPr>
          <p:cNvSpPr>
            <a:spLocks noGrp="1"/>
          </p:cNvSpPr>
          <p:nvPr>
            <p:ph type="dt" sz="half" idx="10"/>
          </p:nvPr>
        </p:nvSpPr>
        <p:spPr/>
        <p:txBody>
          <a:bodyPr/>
          <a:lstStyle>
            <a:lvl1pPr>
              <a:defRPr/>
            </a:lvl1pPr>
          </a:lstStyle>
          <a:p>
            <a:pPr>
              <a:defRPr/>
            </a:pPr>
            <a:fld id="{D29A5DB4-CE1B-4F80-A383-0A1E4ACCCDB8}" type="datetimeFigureOut">
              <a:rPr lang="en-IN"/>
              <a:pPr>
                <a:defRPr/>
              </a:pPr>
              <a:t>13-04-2024</a:t>
            </a:fld>
            <a:endParaRPr lang="en-IN" dirty="0"/>
          </a:p>
        </p:txBody>
      </p:sp>
      <p:sp>
        <p:nvSpPr>
          <p:cNvPr id="6" name="Footer Placeholder 4">
            <a:extLst>
              <a:ext uri="{FF2B5EF4-FFF2-40B4-BE49-F238E27FC236}">
                <a16:creationId xmlns:a16="http://schemas.microsoft.com/office/drawing/2014/main" id="{40CAEF35-6389-4C00-80C0-D79471FB87E4}"/>
              </a:ext>
            </a:extLst>
          </p:cNvPr>
          <p:cNvSpPr>
            <a:spLocks noGrp="1"/>
          </p:cNvSpPr>
          <p:nvPr>
            <p:ph type="ftr" sz="quarter" idx="11"/>
          </p:nvPr>
        </p:nvSpPr>
        <p:spPr/>
        <p:txBody>
          <a:bodyPr/>
          <a:lstStyle>
            <a:lvl1pPr>
              <a:defRPr/>
            </a:lvl1pPr>
          </a:lstStyle>
          <a:p>
            <a:pPr>
              <a:defRPr/>
            </a:pPr>
            <a:endParaRPr lang="en-IN" dirty="0"/>
          </a:p>
        </p:txBody>
      </p:sp>
      <p:sp>
        <p:nvSpPr>
          <p:cNvPr id="7" name="Slide Number Placeholder 5">
            <a:extLst>
              <a:ext uri="{FF2B5EF4-FFF2-40B4-BE49-F238E27FC236}">
                <a16:creationId xmlns:a16="http://schemas.microsoft.com/office/drawing/2014/main" id="{0B8FF189-8850-4B6C-B553-7808FA61DEDE}"/>
              </a:ext>
            </a:extLst>
          </p:cNvPr>
          <p:cNvSpPr>
            <a:spLocks noGrp="1"/>
          </p:cNvSpPr>
          <p:nvPr>
            <p:ph type="sldNum" sz="quarter" idx="12"/>
          </p:nvPr>
        </p:nvSpPr>
        <p:spPr/>
        <p:txBody>
          <a:bodyPr/>
          <a:lstStyle>
            <a:lvl1pPr>
              <a:defRPr/>
            </a:lvl1pPr>
          </a:lstStyle>
          <a:p>
            <a:fld id="{6F30A12A-74CA-461F-9985-F28EB332FD34}" type="slidenum">
              <a:rPr lang="en-IN" altLang="en-US"/>
              <a:pPr/>
              <a:t>‹#›</a:t>
            </a:fld>
            <a:endParaRPr lang="en-IN" altLang="en-US" dirty="0"/>
          </a:p>
        </p:txBody>
      </p:sp>
    </p:spTree>
    <p:extLst>
      <p:ext uri="{BB962C8B-B14F-4D97-AF65-F5344CB8AC3E}">
        <p14:creationId xmlns:p14="http://schemas.microsoft.com/office/powerpoint/2010/main" val="41164800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7A3E36-EA6D-4AA1-A82E-DB117576C63F}"/>
              </a:ext>
            </a:extLst>
          </p:cNvPr>
          <p:cNvSpPr>
            <a:spLocks noGrp="1"/>
          </p:cNvSpPr>
          <p:nvPr>
            <p:ph type="dt" sz="half" idx="10"/>
          </p:nvPr>
        </p:nvSpPr>
        <p:spPr/>
        <p:txBody>
          <a:bodyPr/>
          <a:lstStyle>
            <a:lvl1pPr>
              <a:defRPr/>
            </a:lvl1pPr>
          </a:lstStyle>
          <a:p>
            <a:pPr>
              <a:defRPr/>
            </a:pPr>
            <a:fld id="{5A3805B6-955C-42F0-9755-BF7A054589D3}" type="datetimeFigureOut">
              <a:rPr lang="en-IN"/>
              <a:pPr>
                <a:defRPr/>
              </a:pPr>
              <a:t>13-04-2024</a:t>
            </a:fld>
            <a:endParaRPr lang="en-IN" dirty="0"/>
          </a:p>
        </p:txBody>
      </p:sp>
      <p:sp>
        <p:nvSpPr>
          <p:cNvPr id="5" name="Footer Placeholder 4">
            <a:extLst>
              <a:ext uri="{FF2B5EF4-FFF2-40B4-BE49-F238E27FC236}">
                <a16:creationId xmlns:a16="http://schemas.microsoft.com/office/drawing/2014/main" id="{62E2CA71-6474-4447-B313-ADBB058E28B7}"/>
              </a:ext>
            </a:extLst>
          </p:cNvPr>
          <p:cNvSpPr>
            <a:spLocks noGrp="1"/>
          </p:cNvSpPr>
          <p:nvPr>
            <p:ph type="ftr" sz="quarter" idx="11"/>
          </p:nvPr>
        </p:nvSpPr>
        <p:spPr/>
        <p:txBody>
          <a:bodyPr/>
          <a:lstStyle>
            <a:lvl1pPr>
              <a:defRPr/>
            </a:lvl1pPr>
          </a:lstStyle>
          <a:p>
            <a:pPr>
              <a:defRPr/>
            </a:pPr>
            <a:endParaRPr lang="en-IN" dirty="0"/>
          </a:p>
        </p:txBody>
      </p:sp>
      <p:sp>
        <p:nvSpPr>
          <p:cNvPr id="6" name="Slide Number Placeholder 5">
            <a:extLst>
              <a:ext uri="{FF2B5EF4-FFF2-40B4-BE49-F238E27FC236}">
                <a16:creationId xmlns:a16="http://schemas.microsoft.com/office/drawing/2014/main" id="{0B886CD5-26BC-4A8B-87CE-69B7C13CEDD7}"/>
              </a:ext>
            </a:extLst>
          </p:cNvPr>
          <p:cNvSpPr>
            <a:spLocks noGrp="1"/>
          </p:cNvSpPr>
          <p:nvPr>
            <p:ph type="sldNum" sz="quarter" idx="12"/>
          </p:nvPr>
        </p:nvSpPr>
        <p:spPr/>
        <p:txBody>
          <a:bodyPr/>
          <a:lstStyle>
            <a:lvl1pPr>
              <a:defRPr/>
            </a:lvl1pPr>
          </a:lstStyle>
          <a:p>
            <a:fld id="{3000BD8F-E664-4B37-8F18-C9C9C65AC219}" type="slidenum">
              <a:rPr lang="en-IN" altLang="en-US"/>
              <a:pPr/>
              <a:t>‹#›</a:t>
            </a:fld>
            <a:endParaRPr lang="en-IN" altLang="en-US" dirty="0"/>
          </a:p>
        </p:txBody>
      </p:sp>
    </p:spTree>
    <p:extLst>
      <p:ext uri="{BB962C8B-B14F-4D97-AF65-F5344CB8AC3E}">
        <p14:creationId xmlns:p14="http://schemas.microsoft.com/office/powerpoint/2010/main" val="37590373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C5B879-C097-45DF-B330-4EE4E5F1DC9C}"/>
              </a:ext>
            </a:extLst>
          </p:cNvPr>
          <p:cNvSpPr>
            <a:spLocks noGrp="1"/>
          </p:cNvSpPr>
          <p:nvPr>
            <p:ph type="dt" sz="half" idx="10"/>
          </p:nvPr>
        </p:nvSpPr>
        <p:spPr/>
        <p:txBody>
          <a:bodyPr/>
          <a:lstStyle>
            <a:lvl1pPr>
              <a:defRPr/>
            </a:lvl1pPr>
          </a:lstStyle>
          <a:p>
            <a:pPr>
              <a:defRPr/>
            </a:pPr>
            <a:fld id="{E643FB62-9C01-4ADD-9471-A677E9A6571C}" type="datetimeFigureOut">
              <a:rPr lang="en-IN"/>
              <a:pPr>
                <a:defRPr/>
              </a:pPr>
              <a:t>13-04-2024</a:t>
            </a:fld>
            <a:endParaRPr lang="en-IN" dirty="0"/>
          </a:p>
        </p:txBody>
      </p:sp>
      <p:sp>
        <p:nvSpPr>
          <p:cNvPr id="5" name="Footer Placeholder 4">
            <a:extLst>
              <a:ext uri="{FF2B5EF4-FFF2-40B4-BE49-F238E27FC236}">
                <a16:creationId xmlns:a16="http://schemas.microsoft.com/office/drawing/2014/main" id="{4A7EA16C-B09E-4B79-A480-FA7292CE63D8}"/>
              </a:ext>
            </a:extLst>
          </p:cNvPr>
          <p:cNvSpPr>
            <a:spLocks noGrp="1"/>
          </p:cNvSpPr>
          <p:nvPr>
            <p:ph type="ftr" sz="quarter" idx="11"/>
          </p:nvPr>
        </p:nvSpPr>
        <p:spPr/>
        <p:txBody>
          <a:bodyPr/>
          <a:lstStyle>
            <a:lvl1pPr>
              <a:defRPr/>
            </a:lvl1pPr>
          </a:lstStyle>
          <a:p>
            <a:pPr>
              <a:defRPr/>
            </a:pPr>
            <a:endParaRPr lang="en-IN" dirty="0"/>
          </a:p>
        </p:txBody>
      </p:sp>
      <p:sp>
        <p:nvSpPr>
          <p:cNvPr id="6" name="Slide Number Placeholder 5">
            <a:extLst>
              <a:ext uri="{FF2B5EF4-FFF2-40B4-BE49-F238E27FC236}">
                <a16:creationId xmlns:a16="http://schemas.microsoft.com/office/drawing/2014/main" id="{B16F52F5-3E9A-4442-B955-640DA009EA6D}"/>
              </a:ext>
            </a:extLst>
          </p:cNvPr>
          <p:cNvSpPr>
            <a:spLocks noGrp="1"/>
          </p:cNvSpPr>
          <p:nvPr>
            <p:ph type="sldNum" sz="quarter" idx="12"/>
          </p:nvPr>
        </p:nvSpPr>
        <p:spPr/>
        <p:txBody>
          <a:bodyPr/>
          <a:lstStyle>
            <a:lvl1pPr>
              <a:defRPr/>
            </a:lvl1pPr>
          </a:lstStyle>
          <a:p>
            <a:fld id="{D58D5D9B-A5E7-4F0E-941D-9206AFF20768}" type="slidenum">
              <a:rPr lang="en-IN" altLang="en-US"/>
              <a:pPr/>
              <a:t>‹#›</a:t>
            </a:fld>
            <a:endParaRPr lang="en-IN" altLang="en-US" dirty="0"/>
          </a:p>
        </p:txBody>
      </p:sp>
    </p:spTree>
    <p:extLst>
      <p:ext uri="{BB962C8B-B14F-4D97-AF65-F5344CB8AC3E}">
        <p14:creationId xmlns:p14="http://schemas.microsoft.com/office/powerpoint/2010/main" val="238464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theme" Target="../theme/theme4.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theme" Target="../theme/theme5.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33EB73-ABA6-41F9-9692-8EACEAE1CA7B}"/>
              </a:ext>
            </a:extLst>
          </p:cNvPr>
          <p:cNvSpPr/>
          <p:nvPr/>
        </p:nvSpPr>
        <p:spPr>
          <a:xfrm>
            <a:off x="1152525" y="146050"/>
            <a:ext cx="7783513" cy="101917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sz="2000" b="1" dirty="0">
              <a:solidFill>
                <a:schemeClr val="bg1"/>
              </a:solidFill>
            </a:endParaRPr>
          </a:p>
        </p:txBody>
      </p:sp>
      <p:sp>
        <p:nvSpPr>
          <p:cNvPr id="2" name="Rectangle 1">
            <a:extLst>
              <a:ext uri="{FF2B5EF4-FFF2-40B4-BE49-F238E27FC236}">
                <a16:creationId xmlns:a16="http://schemas.microsoft.com/office/drawing/2014/main" id="{E851EF80-02CC-4D07-8E39-7C58B8CC9542}"/>
              </a:ext>
            </a:extLst>
          </p:cNvPr>
          <p:cNvSpPr/>
          <p:nvPr userDrawn="1"/>
        </p:nvSpPr>
        <p:spPr>
          <a:xfrm>
            <a:off x="-17463" y="6705600"/>
            <a:ext cx="9161463" cy="152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200" dirty="0"/>
              <a:t>MGMCET</a:t>
            </a:r>
          </a:p>
        </p:txBody>
      </p:sp>
      <p:pic>
        <p:nvPicPr>
          <p:cNvPr id="1028" name="Picture 5" descr="C:\Users\SANJAY\Desktop\MGMLOGO2.jpg">
            <a:extLst>
              <a:ext uri="{FF2B5EF4-FFF2-40B4-BE49-F238E27FC236}">
                <a16:creationId xmlns:a16="http://schemas.microsoft.com/office/drawing/2014/main" id="{4F23D603-F9C8-42AD-A295-A5987712814C}"/>
              </a:ext>
            </a:extLst>
          </p:cNvPr>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0" y="146050"/>
            <a:ext cx="1095375"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6103" r:id="rId1"/>
    <p:sldLayoutId id="2147486104" r:id="rId2"/>
    <p:sldLayoutId id="2147486105" r:id="rId3"/>
    <p:sldLayoutId id="2147486106" r:id="rId4"/>
    <p:sldLayoutId id="2147486107" r:id="rId5"/>
    <p:sldLayoutId id="2147486108" r:id="rId6"/>
    <p:sldLayoutId id="2147486052" r:id="rId7"/>
    <p:sldLayoutId id="2147486109" r:id="rId8"/>
    <p:sldLayoutId id="2147486110" r:id="rId9"/>
    <p:sldLayoutId id="2147486111" r:id="rId10"/>
    <p:sldLayoutId id="2147486112" r:id="rId11"/>
    <p:sldLayoutId id="2147486113" r:id="rId12"/>
    <p:sldLayoutId id="2147486053" r:id="rId13"/>
    <p:sldLayoutId id="2147486054" r:id="rId14"/>
    <p:sldLayoutId id="2147486055" r:id="rId15"/>
    <p:sldLayoutId id="2147486056" r:id="rId16"/>
    <p:sldLayoutId id="2147486057" r:id="rId17"/>
    <p:sldLayoutId id="2147486058" r:id="rId18"/>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072E8128-5DA2-4DDD-AB56-FE2B5E96D491}"/>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3342AFA2-1849-4CC6-BEE5-1DC241182432}"/>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C89726E-FE9E-4C8A-9906-821DA47D23CC}"/>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pPr>
              <a:defRPr/>
            </a:pPr>
            <a:fld id="{1717FF7B-692B-45EB-B7F8-335EB19F1EFA}"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4EE866F6-5635-43DA-8FE7-C882E8411F1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pPr>
              <a:defRPr/>
            </a:pPr>
            <a:endParaRPr lang="en-US" dirty="0"/>
          </a:p>
        </p:txBody>
      </p:sp>
      <p:sp>
        <p:nvSpPr>
          <p:cNvPr id="6" name="Slide Number Placeholder 5">
            <a:extLst>
              <a:ext uri="{FF2B5EF4-FFF2-40B4-BE49-F238E27FC236}">
                <a16:creationId xmlns:a16="http://schemas.microsoft.com/office/drawing/2014/main" id="{E25D560E-81AE-4F64-9D36-2A81B1B929EC}"/>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7C8EB833-EB18-48B9-89DF-B2F6E4F9A22A}" type="slidenum">
              <a:rPr lang="en-US" altLang="en-US"/>
              <a:pPr/>
              <a:t>‹#›</a:t>
            </a:fld>
            <a:endParaRPr lang="en-US" altLang="en-US" dirty="0"/>
          </a:p>
        </p:txBody>
      </p:sp>
    </p:spTree>
  </p:cSld>
  <p:clrMap bg1="lt1" tx1="dk1" bg2="lt2" tx2="dk2" accent1="accent1" accent2="accent2" accent3="accent3" accent4="accent4" accent5="accent5" accent6="accent6" hlink="hlink" folHlink="folHlink"/>
  <p:sldLayoutIdLst>
    <p:sldLayoutId id="2147486059" r:id="rId1"/>
    <p:sldLayoutId id="2147486060" r:id="rId2"/>
    <p:sldLayoutId id="2147486061" r:id="rId3"/>
    <p:sldLayoutId id="2147486062" r:id="rId4"/>
    <p:sldLayoutId id="2147486063" r:id="rId5"/>
    <p:sldLayoutId id="2147486064" r:id="rId6"/>
    <p:sldLayoutId id="2147486065" r:id="rId7"/>
    <p:sldLayoutId id="2147486066" r:id="rId8"/>
    <p:sldLayoutId id="2147486067" r:id="rId9"/>
    <p:sldLayoutId id="2147486068" r:id="rId10"/>
    <p:sldLayoutId id="2147486069"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D11BEAF5-0B35-4C18-B56F-EA856AFA407B}"/>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a:extLst>
              <a:ext uri="{FF2B5EF4-FFF2-40B4-BE49-F238E27FC236}">
                <a16:creationId xmlns:a16="http://schemas.microsoft.com/office/drawing/2014/main" id="{F1F99AC3-50FE-4DB1-8C58-E76FD99C00CB}"/>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6B61282-C546-4A16-8FCF-C4BF6FE6BF74}"/>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pPr>
              <a:defRPr/>
            </a:pPr>
            <a:fld id="{7D898339-7432-485D-90D5-6979AB9AD548}"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85A8A05C-896E-46D8-8B65-CCDAA1E6F28D}"/>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pPr>
              <a:defRPr/>
            </a:pPr>
            <a:endParaRPr lang="en-US" dirty="0"/>
          </a:p>
        </p:txBody>
      </p:sp>
      <p:sp>
        <p:nvSpPr>
          <p:cNvPr id="6" name="Slide Number Placeholder 5">
            <a:extLst>
              <a:ext uri="{FF2B5EF4-FFF2-40B4-BE49-F238E27FC236}">
                <a16:creationId xmlns:a16="http://schemas.microsoft.com/office/drawing/2014/main" id="{0A52A12C-594C-4FC9-9F89-72F7C4F3895A}"/>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6AAB2444-1242-40FA-8C57-F8C36C7E103F}" type="slidenum">
              <a:rPr lang="en-US" altLang="en-US"/>
              <a:pPr/>
              <a:t>‹#›</a:t>
            </a:fld>
            <a:endParaRPr lang="en-US" altLang="en-US" dirty="0"/>
          </a:p>
        </p:txBody>
      </p:sp>
    </p:spTree>
  </p:cSld>
  <p:clrMap bg1="lt1" tx1="dk1" bg2="lt2" tx2="dk2" accent1="accent1" accent2="accent2" accent3="accent3" accent4="accent4" accent5="accent5" accent6="accent6" hlink="hlink" folHlink="folHlink"/>
  <p:sldLayoutIdLst>
    <p:sldLayoutId id="2147486070" r:id="rId1"/>
    <p:sldLayoutId id="2147486071" r:id="rId2"/>
    <p:sldLayoutId id="2147486072" r:id="rId3"/>
    <p:sldLayoutId id="2147486073" r:id="rId4"/>
    <p:sldLayoutId id="2147486074" r:id="rId5"/>
    <p:sldLayoutId id="2147486075" r:id="rId6"/>
    <p:sldLayoutId id="2147486076" r:id="rId7"/>
    <p:sldLayoutId id="2147486077" r:id="rId8"/>
    <p:sldLayoutId id="2147486078" r:id="rId9"/>
    <p:sldLayoutId id="2147486079" r:id="rId10"/>
    <p:sldLayoutId id="2147486080"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C7AD6F80-829D-48B6-B460-7C6E2F3A1064}"/>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099" name="Text Placeholder 2">
            <a:extLst>
              <a:ext uri="{FF2B5EF4-FFF2-40B4-BE49-F238E27FC236}">
                <a16:creationId xmlns:a16="http://schemas.microsoft.com/office/drawing/2014/main" id="{5367193D-EBE5-4B10-9532-E1B560ABCA64}"/>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AC6CD84-46AC-4B46-AFD0-1DFA971F3F9C}"/>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pPr>
              <a:defRPr/>
            </a:pPr>
            <a:fld id="{86B84412-3089-4A53-9E5C-343F2E93B532}" type="datetimeFigureOut">
              <a:rPr lang="en-US"/>
              <a:pPr>
                <a:defRPr/>
              </a:pPr>
              <a:t>4/13/2024</a:t>
            </a:fld>
            <a:endParaRPr lang="en-US" dirty="0"/>
          </a:p>
        </p:txBody>
      </p:sp>
      <p:sp>
        <p:nvSpPr>
          <p:cNvPr id="5" name="Footer Placeholder 4">
            <a:extLst>
              <a:ext uri="{FF2B5EF4-FFF2-40B4-BE49-F238E27FC236}">
                <a16:creationId xmlns:a16="http://schemas.microsoft.com/office/drawing/2014/main" id="{E9B48894-EAAD-451E-BC4D-DB591660591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pPr>
              <a:defRPr/>
            </a:pPr>
            <a:endParaRPr lang="en-US" dirty="0"/>
          </a:p>
        </p:txBody>
      </p:sp>
      <p:sp>
        <p:nvSpPr>
          <p:cNvPr id="6" name="Slide Number Placeholder 5">
            <a:extLst>
              <a:ext uri="{FF2B5EF4-FFF2-40B4-BE49-F238E27FC236}">
                <a16:creationId xmlns:a16="http://schemas.microsoft.com/office/drawing/2014/main" id="{3822B53A-06A2-4028-A5F8-9A6715DA413F}"/>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958C787D-BDAB-479D-9634-0545342AE960}" type="slidenum">
              <a:rPr lang="en-US" altLang="en-US"/>
              <a:pPr/>
              <a:t>‹#›</a:t>
            </a:fld>
            <a:endParaRPr lang="en-US" altLang="en-US" dirty="0"/>
          </a:p>
        </p:txBody>
      </p:sp>
    </p:spTree>
  </p:cSld>
  <p:clrMap bg1="lt1" tx1="dk1" bg2="lt2" tx2="dk2" accent1="accent1" accent2="accent2" accent3="accent3" accent4="accent4" accent5="accent5" accent6="accent6" hlink="hlink" folHlink="folHlink"/>
  <p:sldLayoutIdLst>
    <p:sldLayoutId id="2147486081" r:id="rId1"/>
    <p:sldLayoutId id="2147486082" r:id="rId2"/>
    <p:sldLayoutId id="2147486083" r:id="rId3"/>
    <p:sldLayoutId id="2147486084" r:id="rId4"/>
    <p:sldLayoutId id="2147486085" r:id="rId5"/>
    <p:sldLayoutId id="2147486086" r:id="rId6"/>
    <p:sldLayoutId id="2147486087" r:id="rId7"/>
    <p:sldLayoutId id="2147486088" r:id="rId8"/>
    <p:sldLayoutId id="2147486089" r:id="rId9"/>
    <p:sldLayoutId id="2147486090" r:id="rId10"/>
    <p:sldLayoutId id="2147486091"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F1048A8-CDBC-400C-9879-BB212492DF23}"/>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pPr>
              <a:defRPr/>
            </a:pPr>
            <a:fld id="{D39F203D-B376-42A0-8344-5B702CD41BF1}" type="datetimeFigureOut">
              <a:rPr lang="en-IN"/>
              <a:pPr>
                <a:defRPr/>
              </a:pPr>
              <a:t>13-04-2024</a:t>
            </a:fld>
            <a:endParaRPr lang="en-IN" dirty="0"/>
          </a:p>
        </p:txBody>
      </p:sp>
      <p:sp>
        <p:nvSpPr>
          <p:cNvPr id="5" name="Footer Placeholder 4">
            <a:extLst>
              <a:ext uri="{FF2B5EF4-FFF2-40B4-BE49-F238E27FC236}">
                <a16:creationId xmlns:a16="http://schemas.microsoft.com/office/drawing/2014/main" id="{41CFD113-0CCE-4B3C-94F2-2BE9908D6599}"/>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pPr>
              <a:defRPr/>
            </a:pPr>
            <a:endParaRPr lang="en-IN" dirty="0"/>
          </a:p>
        </p:txBody>
      </p:sp>
      <p:sp>
        <p:nvSpPr>
          <p:cNvPr id="6" name="Slide Number Placeholder 5">
            <a:extLst>
              <a:ext uri="{FF2B5EF4-FFF2-40B4-BE49-F238E27FC236}">
                <a16:creationId xmlns:a16="http://schemas.microsoft.com/office/drawing/2014/main" id="{4FBF5DF3-F613-4A1C-A998-8C99C4456CC8}"/>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E1136C80-0FB6-4DFB-8B29-576393F1D16D}" type="slidenum">
              <a:rPr lang="en-IN" altLang="en-US"/>
              <a:pPr/>
              <a:t>‹#›</a:t>
            </a:fld>
            <a:endParaRPr lang="en-IN" altLang="en-US" dirty="0"/>
          </a:p>
        </p:txBody>
      </p:sp>
    </p:spTree>
  </p:cSld>
  <p:clrMap bg1="lt1" tx1="dk1" bg2="lt2" tx2="dk2" accent1="accent1" accent2="accent2" accent3="accent3" accent4="accent4" accent5="accent5" accent6="accent6" hlink="hlink" folHlink="folHlink"/>
  <p:sldLayoutIdLst>
    <p:sldLayoutId id="2147486092" r:id="rId1"/>
    <p:sldLayoutId id="2147486093" r:id="rId2"/>
    <p:sldLayoutId id="2147486094" r:id="rId3"/>
    <p:sldLayoutId id="2147486095" r:id="rId4"/>
    <p:sldLayoutId id="2147486096" r:id="rId5"/>
    <p:sldLayoutId id="2147486097" r:id="rId6"/>
    <p:sldLayoutId id="2147486098" r:id="rId7"/>
    <p:sldLayoutId id="2147486099" r:id="rId8"/>
    <p:sldLayoutId id="2147486100" r:id="rId9"/>
    <p:sldLayoutId id="2147486101" r:id="rId10"/>
    <p:sldLayoutId id="2147486102"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E36C60B3-4591-496B-9F4D-801360093FEB}"/>
              </a:ext>
            </a:extLst>
          </p:cNvPr>
          <p:cNvSpPr>
            <a:spLocks noGrp="1" noChangeArrowheads="1"/>
          </p:cNvSpPr>
          <p:nvPr>
            <p:ph idx="1"/>
          </p:nvPr>
        </p:nvSpPr>
        <p:spPr bwMode="auto">
          <a:xfrm>
            <a:off x="1152000" y="136525"/>
            <a:ext cx="7728475" cy="966875"/>
          </a:xfrm>
          <a:ln>
            <a:miter lim="800000"/>
            <a:headEnd/>
            <a:tailEnd/>
          </a:ln>
          <a:effectLst>
            <a:outerShdw dist="35921" dir="2700000" algn="ctr" rotWithShape="0">
              <a:schemeClr val="bg2"/>
            </a:outerShdw>
          </a:effectLst>
        </p:spPr>
        <p:txBody>
          <a:bodyPr vert="horz" wrap="square" lIns="91440" tIns="45720" rIns="91440" bIns="45720" numCol="1" anchor="ctr" anchorCtr="0" compatLnSpc="1">
            <a:prstTxWarp prst="textNoShape">
              <a:avLst/>
            </a:prstTxWarp>
          </a:bodyPr>
          <a:lstStyle/>
          <a:p>
            <a:pPr marL="0" indent="0" algn="ctr" eaLnBrk="1" hangingPunct="1">
              <a:spcBef>
                <a:spcPct val="0"/>
              </a:spcBef>
              <a:buClr>
                <a:srgbClr val="FF0066"/>
              </a:buClr>
              <a:buFontTx/>
              <a:buNone/>
              <a:defRPr/>
            </a:pPr>
            <a:r>
              <a:rPr lang="en-US" altLang="en-US" sz="2000" b="1" dirty="0">
                <a:latin typeface="Times New Roman" panose="02020603050405020304" pitchFamily="18" charset="0"/>
                <a:cs typeface="Times New Roman" panose="02020603050405020304" pitchFamily="18" charset="0"/>
              </a:rPr>
              <a:t>PRAGMATIC ANALYSIS OF WHATSAPP CHAT USING NLP</a:t>
            </a:r>
          </a:p>
          <a:p>
            <a:pPr marL="0" indent="0" algn="ctr" eaLnBrk="1" hangingPunct="1">
              <a:spcBef>
                <a:spcPct val="0"/>
              </a:spcBef>
              <a:buClr>
                <a:srgbClr val="FF0066"/>
              </a:buClr>
              <a:buFontTx/>
              <a:buNone/>
              <a:defRPr/>
            </a:pPr>
            <a:r>
              <a:rPr lang="en-US" altLang="en-US" sz="2000" b="1" dirty="0">
                <a:latin typeface="Times New Roman" panose="02020603050405020304" pitchFamily="18" charset="0"/>
                <a:cs typeface="Times New Roman" panose="02020603050405020304" pitchFamily="18" charset="0"/>
              </a:rPr>
              <a:t>Project Guide : Dr. Sanjay Waykar </a:t>
            </a:r>
          </a:p>
        </p:txBody>
      </p:sp>
      <p:sp>
        <p:nvSpPr>
          <p:cNvPr id="17411" name="Slide Number Placeholder 4">
            <a:extLst>
              <a:ext uri="{FF2B5EF4-FFF2-40B4-BE49-F238E27FC236}">
                <a16:creationId xmlns:a16="http://schemas.microsoft.com/office/drawing/2014/main" id="{C094A2FA-CFE3-4AFB-9A7F-FE1E566A1E5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89AD63D-3877-4304-BACA-5B84DE188068}" type="slidenum">
              <a:rPr lang="en-IN" altLang="en-US" sz="1200">
                <a:solidFill>
                  <a:srgbClr val="FFFFFF"/>
                </a:solidFill>
                <a:latin typeface="Franklin Gothic Book" panose="020B0503020102020204" pitchFamily="34" charset="0"/>
              </a:rPr>
              <a:pPr/>
              <a:t>1</a:t>
            </a:fld>
            <a:endParaRPr lang="en-IN" altLang="en-US" sz="1200" dirty="0">
              <a:solidFill>
                <a:srgbClr val="FFFFFF"/>
              </a:solidFill>
              <a:latin typeface="Franklin Gothic Book" panose="020B0503020102020204" pitchFamily="34" charset="0"/>
            </a:endParaRPr>
          </a:p>
        </p:txBody>
      </p:sp>
      <p:sp>
        <p:nvSpPr>
          <p:cNvPr id="8" name="Rectangle 5">
            <a:extLst>
              <a:ext uri="{FF2B5EF4-FFF2-40B4-BE49-F238E27FC236}">
                <a16:creationId xmlns:a16="http://schemas.microsoft.com/office/drawing/2014/main" id="{2CB98F14-CE9D-42F4-B5A3-3987E56D2A26}"/>
              </a:ext>
            </a:extLst>
          </p:cNvPr>
          <p:cNvSpPr txBox="1">
            <a:spLocks noChangeArrowheads="1"/>
          </p:cNvSpPr>
          <p:nvPr/>
        </p:nvSpPr>
        <p:spPr bwMode="auto">
          <a:xfrm>
            <a:off x="263525" y="1171800"/>
            <a:ext cx="8616950" cy="4664550"/>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p>
            <a:pPr algn="ctr"/>
            <a:r>
              <a:rPr lang="en-US" altLang="en-US" sz="2000" b="1" dirty="0">
                <a:latin typeface="Times New Roman" panose="02020603050405020304" pitchFamily="18" charset="0"/>
                <a:cs typeface="Times New Roman" panose="02020603050405020304" pitchFamily="18" charset="0"/>
              </a:rPr>
              <a:t>Group No.: 07</a:t>
            </a:r>
          </a:p>
          <a:p>
            <a:pPr marL="0" indent="0" algn="ctr">
              <a:buNone/>
            </a:pPr>
            <a:endParaRPr lang="en-US" sz="1200" b="1" u="sng" dirty="0">
              <a:latin typeface="Times New Roman" panose="02020603050405020304" pitchFamily="18" charset="0"/>
              <a:cs typeface="Times New Roman" panose="02020603050405020304" pitchFamily="18" charset="0"/>
            </a:endParaRPr>
          </a:p>
          <a:p>
            <a:pPr marL="0" indent="0" algn="ctr">
              <a:buNone/>
            </a:pPr>
            <a:r>
              <a:rPr lang="en-US" sz="2000" b="1" u="sng" dirty="0">
                <a:latin typeface="Times New Roman" panose="02020603050405020304" pitchFamily="18" charset="0"/>
                <a:cs typeface="Times New Roman" panose="02020603050405020304" pitchFamily="18" charset="0"/>
              </a:rPr>
              <a:t>Group Members :-</a:t>
            </a:r>
          </a:p>
          <a:p>
            <a:pPr marL="0" indent="0" algn="ctr">
              <a:buNone/>
            </a:pPr>
            <a:endParaRPr lang="en-US" sz="2000"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Chavan Pranav Manohar</a:t>
            </a:r>
          </a:p>
          <a:p>
            <a:pPr marL="0" indent="0">
              <a:buNone/>
            </a:pPr>
            <a:r>
              <a:rPr lang="en-US" dirty="0">
                <a:latin typeface="Times New Roman" panose="02020603050405020304" pitchFamily="18" charset="0"/>
                <a:cs typeface="Times New Roman" panose="02020603050405020304" pitchFamily="18" charset="0"/>
              </a:rPr>
              <a:t>	Roll No. :-04</a:t>
            </a:r>
          </a:p>
          <a:p>
            <a:pPr marL="0" indent="0">
              <a:buNone/>
            </a:pPr>
            <a:r>
              <a:rPr lang="en-US" dirty="0">
                <a:latin typeface="Times New Roman" panose="02020603050405020304" pitchFamily="18" charset="0"/>
                <a:cs typeface="Times New Roman" panose="02020603050405020304" pitchFamily="18" charset="0"/>
              </a:rPr>
              <a:t>	UID :-120IT1105A</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2) </a:t>
            </a:r>
            <a:r>
              <a:rPr lang="en-US" b="1" dirty="0">
                <a:latin typeface="Times New Roman" panose="02020603050405020304" pitchFamily="18" charset="0"/>
                <a:cs typeface="Times New Roman" panose="02020603050405020304" pitchFamily="18" charset="0"/>
              </a:rPr>
              <a:t>Deshmukh </a:t>
            </a:r>
            <a:r>
              <a:rPr lang="en-US" b="1" dirty="0" err="1">
                <a:latin typeface="Times New Roman" panose="02020603050405020304" pitchFamily="18" charset="0"/>
                <a:cs typeface="Times New Roman" panose="02020603050405020304" pitchFamily="18" charset="0"/>
              </a:rPr>
              <a:t>Harshraj</a:t>
            </a:r>
            <a:r>
              <a:rPr lang="en-US" b="1" dirty="0">
                <a:latin typeface="Times New Roman" panose="02020603050405020304" pitchFamily="18" charset="0"/>
                <a:cs typeface="Times New Roman" panose="02020603050405020304" pitchFamily="18" charset="0"/>
              </a:rPr>
              <a:t> Sudhakar</a:t>
            </a:r>
          </a:p>
          <a:p>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Roll No. :- 07</a:t>
            </a:r>
          </a:p>
          <a:p>
            <a:r>
              <a:rPr lang="en-US" dirty="0">
                <a:latin typeface="Times New Roman" panose="02020603050405020304" pitchFamily="18" charset="0"/>
                <a:cs typeface="Times New Roman" panose="02020603050405020304" pitchFamily="18" charset="0"/>
              </a:rPr>
              <a:t>                  UID :-120IT1234A</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Dhotre Aakash </a:t>
            </a:r>
            <a:r>
              <a:rPr lang="en-US" b="1" dirty="0" err="1">
                <a:latin typeface="Times New Roman" panose="02020603050405020304" pitchFamily="18" charset="0"/>
                <a:cs typeface="Times New Roman" panose="02020603050405020304" pitchFamily="18" charset="0"/>
              </a:rPr>
              <a:t>Damaji</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Roll No. :- 11</a:t>
            </a:r>
          </a:p>
          <a:p>
            <a:pPr marL="0" indent="0">
              <a:buNone/>
            </a:pPr>
            <a:r>
              <a:rPr lang="en-US" dirty="0">
                <a:latin typeface="Times New Roman" panose="02020603050405020304" pitchFamily="18" charset="0"/>
                <a:cs typeface="Times New Roman" panose="02020603050405020304" pitchFamily="18" charset="0"/>
              </a:rPr>
              <a:t>	UID :- 120IT1246A</a:t>
            </a:r>
          </a:p>
          <a:p>
            <a:pPr marL="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4) </a:t>
            </a:r>
            <a:r>
              <a:rPr lang="en-US" b="1" dirty="0">
                <a:latin typeface="Times New Roman" panose="02020603050405020304" pitchFamily="18" charset="0"/>
                <a:cs typeface="Times New Roman" panose="02020603050405020304" pitchFamily="18" charset="0"/>
              </a:rPr>
              <a:t>Gharat Aditya Vijaykumar</a:t>
            </a:r>
          </a:p>
          <a:p>
            <a:pPr marL="0" indent="0">
              <a:buNone/>
            </a:pPr>
            <a:r>
              <a:rPr lang="en-US" dirty="0">
                <a:latin typeface="Times New Roman" panose="02020603050405020304" pitchFamily="18" charset="0"/>
                <a:cs typeface="Times New Roman" panose="02020603050405020304" pitchFamily="18" charset="0"/>
              </a:rPr>
              <a:t>	Roll no :14</a:t>
            </a:r>
          </a:p>
          <a:p>
            <a:pPr marL="0" indent="0">
              <a:buNone/>
            </a:pPr>
            <a:r>
              <a:rPr lang="en-US" dirty="0">
                <a:latin typeface="Times New Roman" panose="02020603050405020304" pitchFamily="18" charset="0"/>
                <a:cs typeface="Times New Roman" panose="02020603050405020304" pitchFamily="18" charset="0"/>
              </a:rPr>
              <a:t>	UID :- 120IT1084A</a:t>
            </a:r>
          </a:p>
        </p:txBody>
      </p:sp>
    </p:spTree>
    <p:extLst>
      <p:ext uri="{BB962C8B-B14F-4D97-AF65-F5344CB8AC3E}">
        <p14:creationId xmlns:p14="http://schemas.microsoft.com/office/powerpoint/2010/main" val="8225413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7" presetClass="entr" presetSubtype="0" fill="hold" nodeType="afterEffect">
                                  <p:stCondLst>
                                    <p:cond delay="0"/>
                                  </p:stCondLst>
                                  <p:iterate type="lt">
                                    <p:tmPct val="10000"/>
                                  </p:iterate>
                                  <p:childTnLst>
                                    <p:set>
                                      <p:cBhvr>
                                        <p:cTn id="6" dur="1" fill="hold">
                                          <p:stCondLst>
                                            <p:cond delay="0"/>
                                          </p:stCondLst>
                                        </p:cTn>
                                        <p:tgtEl>
                                          <p:spTgt spid="7">
                                            <p:txEl>
                                              <p:pRg st="0" end="0"/>
                                            </p:txEl>
                                          </p:spTgt>
                                        </p:tgtEl>
                                        <p:attrNameLst>
                                          <p:attrName>style.visibility</p:attrName>
                                        </p:attrNameLst>
                                      </p:cBhvr>
                                      <p:to>
                                        <p:strVal val="visible"/>
                                      </p:to>
                                    </p:set>
                                    <p:anim calcmode="discrete" valueType="clr">
                                      <p:cBhvr override="childStyle">
                                        <p:cTn id="7" dur="1000"/>
                                        <p:tgtEl>
                                          <p:spTgt spid="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1000"/>
                                        <p:tgtEl>
                                          <p:spTgt spid="7">
                                            <p:txEl>
                                              <p:pRg st="0" end="0"/>
                                            </p:txEl>
                                          </p:spTgt>
                                        </p:tgtEl>
                                        <p:attrNameLst>
                                          <p:attrName>fillcolor</p:attrName>
                                        </p:attrNameLst>
                                      </p:cBhvr>
                                      <p:tavLst>
                                        <p:tav tm="0">
                                          <p:val>
                                            <p:clrVal>
                                              <a:schemeClr val="accent2"/>
                                            </p:clrVal>
                                          </p:val>
                                        </p:tav>
                                        <p:tav tm="50000">
                                          <p:val>
                                            <p:clrVal>
                                              <a:schemeClr val="hlink"/>
                                            </p:clrVal>
                                          </p:val>
                                        </p:tav>
                                      </p:tavLst>
                                    </p:anim>
                                    <p:set>
                                      <p:cBhvr>
                                        <p:cTn id="9" dur="1000"/>
                                        <p:tgtEl>
                                          <p:spTgt spid="7">
                                            <p:txEl>
                                              <p:pRg st="0" end="0"/>
                                            </p:txEl>
                                          </p:spTgt>
                                        </p:tgtEl>
                                        <p:attrNameLst>
                                          <p:attrName>fill.type</p:attrName>
                                        </p:attrNameLst>
                                      </p:cBhvr>
                                      <p:to>
                                        <p:strVal val="solid"/>
                                      </p:to>
                                    </p:set>
                                  </p:childTnLst>
                                </p:cTn>
                              </p:par>
                            </p:childTnLst>
                          </p:cTn>
                        </p:par>
                        <p:par>
                          <p:cTn id="10" fill="hold">
                            <p:stCondLst>
                              <p:cond delay="4800"/>
                            </p:stCondLst>
                            <p:childTnLst>
                              <p:par>
                                <p:cTn id="11" presetID="27" presetClass="entr" presetSubtype="0" fill="hold" nodeType="afterEffect">
                                  <p:stCondLst>
                                    <p:cond delay="0"/>
                                  </p:stCondLst>
                                  <p:iterate type="lt">
                                    <p:tmPct val="10000"/>
                                  </p:iterate>
                                  <p:childTnLst>
                                    <p:set>
                                      <p:cBhvr>
                                        <p:cTn id="12" dur="1" fill="hold">
                                          <p:stCondLst>
                                            <p:cond delay="0"/>
                                          </p:stCondLst>
                                        </p:cTn>
                                        <p:tgtEl>
                                          <p:spTgt spid="7">
                                            <p:txEl>
                                              <p:pRg st="1" end="1"/>
                                            </p:txEl>
                                          </p:spTgt>
                                        </p:tgtEl>
                                        <p:attrNameLst>
                                          <p:attrName>style.visibility</p:attrName>
                                        </p:attrNameLst>
                                      </p:cBhvr>
                                      <p:to>
                                        <p:strVal val="visible"/>
                                      </p:to>
                                    </p:set>
                                    <p:anim calcmode="discrete" valueType="clr">
                                      <p:cBhvr override="childStyle">
                                        <p:cTn id="13" dur="1000"/>
                                        <p:tgtEl>
                                          <p:spTgt spid="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4" dur="1000"/>
                                        <p:tgtEl>
                                          <p:spTgt spid="7">
                                            <p:txEl>
                                              <p:pRg st="1" end="1"/>
                                            </p:txEl>
                                          </p:spTgt>
                                        </p:tgtEl>
                                        <p:attrNameLst>
                                          <p:attrName>fillcolor</p:attrName>
                                        </p:attrNameLst>
                                      </p:cBhvr>
                                      <p:tavLst>
                                        <p:tav tm="0">
                                          <p:val>
                                            <p:clrVal>
                                              <a:schemeClr val="accent2"/>
                                            </p:clrVal>
                                          </p:val>
                                        </p:tav>
                                        <p:tav tm="50000">
                                          <p:val>
                                            <p:clrVal>
                                              <a:schemeClr val="hlink"/>
                                            </p:clrVal>
                                          </p:val>
                                        </p:tav>
                                      </p:tavLst>
                                    </p:anim>
                                    <p:set>
                                      <p:cBhvr>
                                        <p:cTn id="15" dur="1000"/>
                                        <p:tgtEl>
                                          <p:spTgt spid="7">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E36C60B3-4591-496B-9F4D-801360093FEB}"/>
              </a:ext>
            </a:extLst>
          </p:cNvPr>
          <p:cNvSpPr>
            <a:spLocks noGrp="1" noChangeArrowheads="1"/>
          </p:cNvSpPr>
          <p:nvPr>
            <p:ph idx="1"/>
          </p:nvPr>
        </p:nvSpPr>
        <p:spPr bwMode="auto">
          <a:xfrm>
            <a:off x="1152001" y="136525"/>
            <a:ext cx="7797600" cy="1035275"/>
          </a:xfrm>
          <a:ln>
            <a:miter lim="800000"/>
            <a:headEnd/>
            <a:tailEnd/>
          </a:ln>
          <a:effectLst>
            <a:outerShdw dist="35921" dir="2700000" algn="ctr" rotWithShape="0">
              <a:schemeClr val="bg2"/>
            </a:outerShdw>
          </a:effectLst>
        </p:spPr>
        <p:txBody>
          <a:bodyPr vert="horz" wrap="square" lIns="91440" tIns="45720" rIns="91440" bIns="45720" numCol="1" anchor="ctr" anchorCtr="0" compatLnSpc="1">
            <a:prstTxWarp prst="textNoShape">
              <a:avLst/>
            </a:prstTxWarp>
          </a:bodyPr>
          <a:lstStyle/>
          <a:p>
            <a:pPr marL="0" indent="0" algn="ctr" eaLnBrk="1" hangingPunct="1">
              <a:spcBef>
                <a:spcPct val="0"/>
              </a:spcBef>
              <a:buClr>
                <a:srgbClr val="FF0066"/>
              </a:buClr>
              <a:buFontTx/>
              <a:buNone/>
              <a:defRPr/>
            </a:pPr>
            <a:r>
              <a:rPr lang="en-US" altLang="en-US" sz="2800" b="1" dirty="0">
                <a:latin typeface="Times New Roman" panose="02020603050405020304" pitchFamily="18" charset="0"/>
                <a:cs typeface="Times New Roman" panose="02020603050405020304" pitchFamily="18" charset="0"/>
              </a:rPr>
              <a:t>CONTENTS</a:t>
            </a:r>
          </a:p>
        </p:txBody>
      </p:sp>
      <p:sp>
        <p:nvSpPr>
          <p:cNvPr id="17411" name="Slide Number Placeholder 4">
            <a:extLst>
              <a:ext uri="{FF2B5EF4-FFF2-40B4-BE49-F238E27FC236}">
                <a16:creationId xmlns:a16="http://schemas.microsoft.com/office/drawing/2014/main" id="{C094A2FA-CFE3-4AFB-9A7F-FE1E566A1E5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89AD63D-3877-4304-BACA-5B84DE188068}" type="slidenum">
              <a:rPr lang="en-IN" altLang="en-US" sz="1200">
                <a:solidFill>
                  <a:srgbClr val="FFFFFF"/>
                </a:solidFill>
                <a:latin typeface="Franklin Gothic Book" panose="020B0503020102020204" pitchFamily="34" charset="0"/>
              </a:rPr>
              <a:pPr/>
              <a:t>2</a:t>
            </a:fld>
            <a:endParaRPr lang="en-IN" altLang="en-US" sz="1200" dirty="0">
              <a:solidFill>
                <a:srgbClr val="FFFFFF"/>
              </a:solidFill>
              <a:latin typeface="Franklin Gothic Book" panose="020B0503020102020204" pitchFamily="34" charset="0"/>
            </a:endParaRPr>
          </a:p>
        </p:txBody>
      </p:sp>
      <p:sp>
        <p:nvSpPr>
          <p:cNvPr id="8" name="Rectangle 5">
            <a:extLst>
              <a:ext uri="{FF2B5EF4-FFF2-40B4-BE49-F238E27FC236}">
                <a16:creationId xmlns:a16="http://schemas.microsoft.com/office/drawing/2014/main" id="{2CB98F14-CE9D-42F4-B5A3-3987E56D2A26}"/>
              </a:ext>
            </a:extLst>
          </p:cNvPr>
          <p:cNvSpPr txBox="1">
            <a:spLocks noChangeArrowheads="1"/>
          </p:cNvSpPr>
          <p:nvPr/>
        </p:nvSpPr>
        <p:spPr bwMode="auto">
          <a:xfrm>
            <a:off x="468000" y="1445400"/>
            <a:ext cx="8481601" cy="4390950"/>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Introduction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Problem Statement</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Motivation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Objectives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Requirement Analysis</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Feasibility and Scope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Literature Survey</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Proposed Work with Methodology</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Modeling</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Coding / Implementation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Testing</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Software and Hardware Platform requirement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Result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Conclusion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Future Scope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References</a:t>
            </a:r>
          </a:p>
          <a:p>
            <a:pPr marL="0" indent="0" algn="ctr">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8644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7" presetClass="entr" presetSubtype="0" fill="hold" nodeType="afterEffect">
                                  <p:stCondLst>
                                    <p:cond delay="0"/>
                                  </p:stCondLst>
                                  <p:iterate type="lt">
                                    <p:tmPct val="10000"/>
                                  </p:iterate>
                                  <p:childTnLst>
                                    <p:set>
                                      <p:cBhvr>
                                        <p:cTn id="6" dur="1" fill="hold">
                                          <p:stCondLst>
                                            <p:cond delay="0"/>
                                          </p:stCondLst>
                                        </p:cTn>
                                        <p:tgtEl>
                                          <p:spTgt spid="7">
                                            <p:txEl>
                                              <p:pRg st="0" end="0"/>
                                            </p:txEl>
                                          </p:spTgt>
                                        </p:tgtEl>
                                        <p:attrNameLst>
                                          <p:attrName>style.visibility</p:attrName>
                                        </p:attrNameLst>
                                      </p:cBhvr>
                                      <p:to>
                                        <p:strVal val="visible"/>
                                      </p:to>
                                    </p:set>
                                    <p:anim calcmode="discrete" valueType="clr">
                                      <p:cBhvr override="childStyle">
                                        <p:cTn id="7" dur="1000"/>
                                        <p:tgtEl>
                                          <p:spTgt spid="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1000"/>
                                        <p:tgtEl>
                                          <p:spTgt spid="7">
                                            <p:txEl>
                                              <p:pRg st="0" end="0"/>
                                            </p:txEl>
                                          </p:spTgt>
                                        </p:tgtEl>
                                        <p:attrNameLst>
                                          <p:attrName>fillcolor</p:attrName>
                                        </p:attrNameLst>
                                      </p:cBhvr>
                                      <p:tavLst>
                                        <p:tav tm="0">
                                          <p:val>
                                            <p:clrVal>
                                              <a:schemeClr val="accent2"/>
                                            </p:clrVal>
                                          </p:val>
                                        </p:tav>
                                        <p:tav tm="50000">
                                          <p:val>
                                            <p:clrVal>
                                              <a:schemeClr val="hlink"/>
                                            </p:clrVal>
                                          </p:val>
                                        </p:tav>
                                      </p:tavLst>
                                    </p:anim>
                                    <p:set>
                                      <p:cBhvr>
                                        <p:cTn id="9" dur="1000"/>
                                        <p:tgtEl>
                                          <p:spTgt spid="7">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E36C60B3-4591-496B-9F4D-801360093FEB}"/>
              </a:ext>
            </a:extLst>
          </p:cNvPr>
          <p:cNvSpPr>
            <a:spLocks noGrp="1" noChangeArrowheads="1"/>
          </p:cNvSpPr>
          <p:nvPr>
            <p:ph idx="1"/>
          </p:nvPr>
        </p:nvSpPr>
        <p:spPr bwMode="auto">
          <a:xfrm>
            <a:off x="1152001" y="136525"/>
            <a:ext cx="7797600" cy="1035275"/>
          </a:xfrm>
          <a:ln>
            <a:miter lim="800000"/>
            <a:headEnd/>
            <a:tailEnd/>
          </a:ln>
          <a:effectLst>
            <a:outerShdw dist="35921" dir="2700000" algn="ctr" rotWithShape="0">
              <a:schemeClr val="bg2"/>
            </a:outerShdw>
          </a:effectLst>
        </p:spPr>
        <p:txBody>
          <a:bodyPr vert="horz" wrap="square" lIns="91440" tIns="45720" rIns="91440" bIns="45720" numCol="1" anchor="ctr" anchorCtr="0" compatLnSpc="1">
            <a:prstTxWarp prst="textNoShape">
              <a:avLst/>
            </a:prstTxWarp>
          </a:bodyPr>
          <a:lstStyle/>
          <a:p>
            <a:pPr marL="0" indent="0" algn="ctr" eaLnBrk="1" hangingPunct="1">
              <a:spcBef>
                <a:spcPct val="0"/>
              </a:spcBef>
              <a:buClr>
                <a:srgbClr val="FF0066"/>
              </a:buClr>
              <a:buFontTx/>
              <a:buNone/>
              <a:defRPr/>
            </a:pPr>
            <a:r>
              <a:rPr lang="en-US" altLang="en-US" sz="2800" b="1" dirty="0">
                <a:latin typeface="Times New Roman" panose="02020603050405020304" pitchFamily="18" charset="0"/>
                <a:cs typeface="Times New Roman" panose="02020603050405020304" pitchFamily="18" charset="0"/>
              </a:rPr>
              <a:t>INTRODUCTION</a:t>
            </a:r>
          </a:p>
        </p:txBody>
      </p:sp>
      <p:sp>
        <p:nvSpPr>
          <p:cNvPr id="17411" name="Slide Number Placeholder 4">
            <a:extLst>
              <a:ext uri="{FF2B5EF4-FFF2-40B4-BE49-F238E27FC236}">
                <a16:creationId xmlns:a16="http://schemas.microsoft.com/office/drawing/2014/main" id="{C094A2FA-CFE3-4AFB-9A7F-FE1E566A1E5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89AD63D-3877-4304-BACA-5B84DE188068}" type="slidenum">
              <a:rPr lang="en-IN" altLang="en-US" sz="1200">
                <a:solidFill>
                  <a:srgbClr val="FFFFFF"/>
                </a:solidFill>
                <a:latin typeface="Franklin Gothic Book" panose="020B0503020102020204" pitchFamily="34" charset="0"/>
              </a:rPr>
              <a:pPr/>
              <a:t>3</a:t>
            </a:fld>
            <a:endParaRPr lang="en-IN" altLang="en-US" sz="1200" dirty="0">
              <a:solidFill>
                <a:srgbClr val="FFFFFF"/>
              </a:solidFill>
              <a:latin typeface="Franklin Gothic Book" panose="020B0503020102020204" pitchFamily="34" charset="0"/>
            </a:endParaRPr>
          </a:p>
        </p:txBody>
      </p:sp>
      <p:sp>
        <p:nvSpPr>
          <p:cNvPr id="8" name="Rectangle 5">
            <a:extLst>
              <a:ext uri="{FF2B5EF4-FFF2-40B4-BE49-F238E27FC236}">
                <a16:creationId xmlns:a16="http://schemas.microsoft.com/office/drawing/2014/main" id="{2CB98F14-CE9D-42F4-B5A3-3987E56D2A26}"/>
              </a:ext>
            </a:extLst>
          </p:cNvPr>
          <p:cNvSpPr txBox="1">
            <a:spLocks noChangeArrowheads="1"/>
          </p:cNvSpPr>
          <p:nvPr/>
        </p:nvSpPr>
        <p:spPr bwMode="auto">
          <a:xfrm>
            <a:off x="468000" y="1445400"/>
            <a:ext cx="8481601" cy="4390950"/>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p>
            <a:pPr marL="342900" indent="-342900" algn="just">
              <a:buFont typeface="Arial" panose="020B0604020202020204" pitchFamily="34" charset="0"/>
              <a:buChar char="•"/>
            </a:pPr>
            <a:r>
              <a:rPr lang="en-US" sz="1850" dirty="0">
                <a:latin typeface="Times New Roman" panose="02020603050405020304" pitchFamily="18" charset="0"/>
                <a:cs typeface="Times New Roman" panose="02020603050405020304" pitchFamily="18" charset="0"/>
              </a:rPr>
              <a:t>The project addresses the growing need for understanding the contextual nuances within WhatsApp chats, recognizing the significance of language pragmatics in communication analysis.</a:t>
            </a:r>
          </a:p>
          <a:p>
            <a:pPr marL="342900" indent="-342900" algn="just">
              <a:buFont typeface="Arial" panose="020B0604020202020204" pitchFamily="34" charset="0"/>
              <a:buChar char="•"/>
            </a:pPr>
            <a:r>
              <a:rPr lang="en-US" sz="1850" dirty="0">
                <a:latin typeface="Times New Roman" panose="02020603050405020304" pitchFamily="18" charset="0"/>
                <a:cs typeface="Times New Roman" panose="02020603050405020304" pitchFamily="18" charset="0"/>
              </a:rPr>
              <a:t>By integrating advanced NLP algorithms and methodologies, the project facilitates the automatic extraction and interpretation of meaningful information from WhatsApp chats, going beyond simple keyword matching to capture the subtleties of human interaction.</a:t>
            </a:r>
          </a:p>
          <a:p>
            <a:pPr marL="342900" indent="-342900" algn="just">
              <a:buFont typeface="Arial" panose="020B0604020202020204" pitchFamily="34" charset="0"/>
              <a:buChar char="•"/>
            </a:pPr>
            <a:r>
              <a:rPr lang="en-US" sz="1850" dirty="0">
                <a:latin typeface="Times New Roman" panose="02020603050405020304" pitchFamily="18" charset="0"/>
                <a:cs typeface="Times New Roman" panose="02020603050405020304" pitchFamily="18" charset="0"/>
              </a:rPr>
              <a:t>Unlike traditional sentiment analysis or keyword-based methods, this project adopts a pragmatic approach, focusing on the pragmatic aspects of language use such as implicature, inference, and speech acts to provide a more comprehensive analysis.</a:t>
            </a:r>
          </a:p>
          <a:p>
            <a:pPr marL="342900" indent="-342900" algn="just">
              <a:buFont typeface="Arial" panose="020B0604020202020204" pitchFamily="34" charset="0"/>
              <a:buChar char="•"/>
            </a:pPr>
            <a:r>
              <a:rPr lang="en-US" sz="1850" dirty="0">
                <a:latin typeface="Times New Roman" panose="02020603050405020304" pitchFamily="18" charset="0"/>
                <a:cs typeface="Times New Roman" panose="02020603050405020304" pitchFamily="18" charset="0"/>
              </a:rPr>
              <a:t>Through the application of pragmatic principles, the project aims to uncover deeper insights into conversational dynamics, including social roles, conversational strategies, and implicit meanings embedded within WhatsApp exchanges.</a:t>
            </a:r>
          </a:p>
          <a:p>
            <a:pPr marL="342900" indent="-342900" algn="just">
              <a:buFont typeface="Arial" panose="020B0604020202020204" pitchFamily="34" charset="0"/>
              <a:buChar char="•"/>
            </a:pPr>
            <a:r>
              <a:rPr lang="en-US" sz="1850" dirty="0">
                <a:latin typeface="Times New Roman" panose="02020603050405020304" pitchFamily="18" charset="0"/>
                <a:cs typeface="Times New Roman" panose="02020603050405020304" pitchFamily="18" charset="0"/>
              </a:rPr>
              <a:t>Alongside its analytical capabilities, the project prioritizes user-friendliness, offering an intuitive interface that enables users to interact with the analyzed data effectively, empowering them to make informed decisions based on the extracted insights.</a:t>
            </a:r>
          </a:p>
        </p:txBody>
      </p:sp>
    </p:spTree>
    <p:extLst>
      <p:ext uri="{BB962C8B-B14F-4D97-AF65-F5344CB8AC3E}">
        <p14:creationId xmlns:p14="http://schemas.microsoft.com/office/powerpoint/2010/main" val="192184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7" presetClass="entr" presetSubtype="0" fill="hold" nodeType="afterEffect">
                                  <p:stCondLst>
                                    <p:cond delay="0"/>
                                  </p:stCondLst>
                                  <p:iterate type="lt">
                                    <p:tmPct val="10000"/>
                                  </p:iterate>
                                  <p:childTnLst>
                                    <p:set>
                                      <p:cBhvr>
                                        <p:cTn id="6" dur="1" fill="hold">
                                          <p:stCondLst>
                                            <p:cond delay="0"/>
                                          </p:stCondLst>
                                        </p:cTn>
                                        <p:tgtEl>
                                          <p:spTgt spid="7">
                                            <p:txEl>
                                              <p:pRg st="0" end="0"/>
                                            </p:txEl>
                                          </p:spTgt>
                                        </p:tgtEl>
                                        <p:attrNameLst>
                                          <p:attrName>style.visibility</p:attrName>
                                        </p:attrNameLst>
                                      </p:cBhvr>
                                      <p:to>
                                        <p:strVal val="visible"/>
                                      </p:to>
                                    </p:set>
                                    <p:anim calcmode="discrete" valueType="clr">
                                      <p:cBhvr override="childStyle">
                                        <p:cTn id="7" dur="1000"/>
                                        <p:tgtEl>
                                          <p:spTgt spid="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1000"/>
                                        <p:tgtEl>
                                          <p:spTgt spid="7">
                                            <p:txEl>
                                              <p:pRg st="0" end="0"/>
                                            </p:txEl>
                                          </p:spTgt>
                                        </p:tgtEl>
                                        <p:attrNameLst>
                                          <p:attrName>fillcolor</p:attrName>
                                        </p:attrNameLst>
                                      </p:cBhvr>
                                      <p:tavLst>
                                        <p:tav tm="0">
                                          <p:val>
                                            <p:clrVal>
                                              <a:schemeClr val="accent2"/>
                                            </p:clrVal>
                                          </p:val>
                                        </p:tav>
                                        <p:tav tm="50000">
                                          <p:val>
                                            <p:clrVal>
                                              <a:schemeClr val="hlink"/>
                                            </p:clrVal>
                                          </p:val>
                                        </p:tav>
                                      </p:tavLst>
                                    </p:anim>
                                    <p:set>
                                      <p:cBhvr>
                                        <p:cTn id="9" dur="1000"/>
                                        <p:tgtEl>
                                          <p:spTgt spid="7">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3">
            <a:extLst>
              <a:ext uri="{FF2B5EF4-FFF2-40B4-BE49-F238E27FC236}">
                <a16:creationId xmlns:a16="http://schemas.microsoft.com/office/drawing/2014/main" id="{45ED27C8-B30E-4804-9DAE-00B2056228BB}"/>
              </a:ext>
            </a:extLst>
          </p:cNvPr>
          <p:cNvSpPr>
            <a:spLocks noGrp="1"/>
          </p:cNvSpPr>
          <p:nvPr>
            <p:ph type="ctrTitle"/>
          </p:nvPr>
        </p:nvSpPr>
        <p:spPr bwMode="auto">
          <a:xfrm>
            <a:off x="1177200" y="145800"/>
            <a:ext cx="7772400" cy="1026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altLang="en-US" sz="2800" b="1" dirty="0">
                <a:latin typeface="Times New Roman" panose="02020603050405020304" pitchFamily="18" charset="0"/>
                <a:cs typeface="Times New Roman" panose="02020603050405020304" pitchFamily="18" charset="0"/>
              </a:rPr>
              <a:t>PROBLEM STATEMENT</a:t>
            </a:r>
          </a:p>
        </p:txBody>
      </p:sp>
      <p:sp>
        <p:nvSpPr>
          <p:cNvPr id="5" name="Subtitle 4">
            <a:extLst>
              <a:ext uri="{FF2B5EF4-FFF2-40B4-BE49-F238E27FC236}">
                <a16:creationId xmlns:a16="http://schemas.microsoft.com/office/drawing/2014/main" id="{FF4B3201-C518-41F7-A315-F3A0DBD49097}"/>
              </a:ext>
            </a:extLst>
          </p:cNvPr>
          <p:cNvSpPr>
            <a:spLocks noGrp="1"/>
          </p:cNvSpPr>
          <p:nvPr>
            <p:ph type="subTitle" idx="1"/>
          </p:nvPr>
        </p:nvSpPr>
        <p:spPr>
          <a:xfrm>
            <a:off x="468000" y="1445400"/>
            <a:ext cx="8481600" cy="4329937"/>
          </a:xfrm>
        </p:spPr>
        <p:txBody>
          <a:bodyPr/>
          <a:lstStyle/>
          <a:p>
            <a:pPr marL="342900" indent="-342900" algn="l">
              <a:buFont typeface="Arial" panose="020B0604020202020204" pitchFamily="34" charset="0"/>
              <a:buChar char="•"/>
            </a:pPr>
            <a:r>
              <a:rPr lang="en-US" sz="2000" i="0" dirty="0">
                <a:solidFill>
                  <a:schemeClr val="tx1"/>
                </a:solidFill>
                <a:effectLst/>
                <a:latin typeface="Times New Roman" panose="02020603050405020304" pitchFamily="18" charset="0"/>
                <a:cs typeface="Times New Roman" panose="02020603050405020304" pitchFamily="18" charset="0"/>
              </a:rPr>
              <a:t>Unveiling Hidden Meanings in Informal Communication</a:t>
            </a:r>
          </a:p>
          <a:p>
            <a:pPr marL="342900" indent="-342900" algn="l">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i="0" dirty="0">
                <a:solidFill>
                  <a:schemeClr val="tx1"/>
                </a:solidFill>
                <a:effectLst/>
                <a:latin typeface="Times New Roman" panose="02020603050405020304" pitchFamily="18" charset="0"/>
                <a:cs typeface="Times New Roman" panose="02020603050405020304" pitchFamily="18" charset="0"/>
              </a:rPr>
              <a:t>Bridging the Gap Between Text and Intent</a:t>
            </a:r>
          </a:p>
          <a:p>
            <a:pPr marL="342900" indent="-342900" algn="l">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i="0" dirty="0">
                <a:solidFill>
                  <a:schemeClr val="tx1"/>
                </a:solidFill>
                <a:effectLst/>
                <a:latin typeface="Times New Roman" panose="02020603050405020304" pitchFamily="18" charset="0"/>
                <a:cs typeface="Times New Roman" panose="02020603050405020304" pitchFamily="18" charset="0"/>
              </a:rPr>
              <a:t>Decoding User Behavior and Relationships</a:t>
            </a:r>
          </a:p>
          <a:p>
            <a:pPr marL="342900" indent="-342900" algn="l">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i="0" dirty="0">
                <a:solidFill>
                  <a:schemeClr val="tx1"/>
                </a:solidFill>
                <a:effectLst/>
                <a:latin typeface="Times New Roman" panose="02020603050405020304" pitchFamily="18" charset="0"/>
                <a:cs typeface="Times New Roman" panose="02020603050405020304" pitchFamily="18" charset="0"/>
              </a:rPr>
              <a:t>Building More Effective Communication Tools</a:t>
            </a:r>
          </a:p>
          <a:p>
            <a:pPr marL="342900" indent="-342900" algn="l">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i="0" dirty="0">
                <a:solidFill>
                  <a:schemeClr val="tx1"/>
                </a:solidFill>
                <a:effectLst/>
                <a:latin typeface="Times New Roman" panose="02020603050405020304" pitchFamily="18" charset="0"/>
                <a:cs typeface="Times New Roman" panose="02020603050405020304" pitchFamily="18" charset="0"/>
              </a:rPr>
              <a:t>Addressing Ethical Considerations</a:t>
            </a:r>
          </a:p>
        </p:txBody>
      </p:sp>
    </p:spTree>
    <p:extLst>
      <p:ext uri="{BB962C8B-B14F-4D97-AF65-F5344CB8AC3E}">
        <p14:creationId xmlns:p14="http://schemas.microsoft.com/office/powerpoint/2010/main" val="4096281639"/>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900E7F-449A-63B2-5F2A-8A918BF5E3D5}"/>
              </a:ext>
            </a:extLst>
          </p:cNvPr>
          <p:cNvSpPr>
            <a:spLocks noGrp="1"/>
          </p:cNvSpPr>
          <p:nvPr>
            <p:ph idx="1"/>
          </p:nvPr>
        </p:nvSpPr>
        <p:spPr>
          <a:xfrm>
            <a:off x="468000" y="1445400"/>
            <a:ext cx="8481600" cy="5266800"/>
          </a:xfrm>
        </p:spPr>
        <p:txBody>
          <a:bodyPr/>
          <a:lstStyle/>
          <a:p>
            <a:pPr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Understand </a:t>
            </a:r>
            <a:r>
              <a:rPr lang="en-US" sz="2000" b="1" i="0" dirty="0">
                <a:effectLst/>
                <a:latin typeface="Times New Roman" panose="02020603050405020304" pitchFamily="18" charset="0"/>
                <a:cs typeface="Times New Roman" panose="02020603050405020304" pitchFamily="18" charset="0"/>
              </a:rPr>
              <a:t>user behavior and sentiment</a:t>
            </a:r>
            <a:r>
              <a:rPr lang="en-US" sz="2000" b="0" i="0" dirty="0">
                <a:effectLst/>
                <a:latin typeface="Times New Roman" panose="02020603050405020304" pitchFamily="18" charset="0"/>
                <a:cs typeface="Times New Roman" panose="02020603050405020304" pitchFamily="18" charset="0"/>
              </a:rPr>
              <a:t> in this pervasive communication platform.</a:t>
            </a:r>
          </a:p>
          <a:p>
            <a:pPr algn="just">
              <a:buFont typeface="Arial" panose="020B0604020202020204" pitchFamily="34" charset="0"/>
              <a:buChar char="•"/>
            </a:pPr>
            <a:endParaRPr lang="en-US" sz="2000" b="0" i="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Gain insights into </a:t>
            </a:r>
            <a:r>
              <a:rPr lang="en-US" sz="2000" b="1" i="0" dirty="0">
                <a:effectLst/>
                <a:latin typeface="Times New Roman" panose="02020603050405020304" pitchFamily="18" charset="0"/>
                <a:cs typeface="Times New Roman" panose="02020603050405020304" pitchFamily="18" charset="0"/>
              </a:rPr>
              <a:t>group dynamics, power structures, and cultural influences</a:t>
            </a:r>
            <a:r>
              <a:rPr lang="en-US" sz="2000" b="0" i="0" dirty="0">
                <a:effectLst/>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endParaRPr lang="en-US" sz="2000" b="0" i="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1" i="0" dirty="0">
                <a:effectLst/>
                <a:latin typeface="Times New Roman" panose="02020603050405020304" pitchFamily="18" charset="0"/>
                <a:cs typeface="Times New Roman" panose="02020603050405020304" pitchFamily="18" charset="0"/>
              </a:rPr>
              <a:t>Develop better marketing strategies, social media analysis tools, and language learning models</a:t>
            </a:r>
            <a:r>
              <a:rPr lang="en-US" sz="2000" b="0" i="0" dirty="0">
                <a:effectLst/>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endParaRPr lang="en-US" sz="2000" b="0" i="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1" i="0" dirty="0">
                <a:effectLst/>
                <a:latin typeface="Times New Roman" panose="02020603050405020304" pitchFamily="18" charset="0"/>
                <a:cs typeface="Times New Roman" panose="02020603050405020304" pitchFamily="18" charset="0"/>
              </a:rPr>
              <a:t>Advance the field of NLP</a:t>
            </a:r>
            <a:r>
              <a:rPr lang="en-US" sz="2000" b="0" i="0" dirty="0">
                <a:effectLst/>
                <a:latin typeface="Times New Roman" panose="02020603050405020304" pitchFamily="18" charset="0"/>
                <a:cs typeface="Times New Roman" panose="02020603050405020304" pitchFamily="18" charset="0"/>
              </a:rPr>
              <a:t> by applying it to a unique and complex data source.</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9DC41BA1-2068-0640-3802-78AF66EF8217}"/>
              </a:ext>
            </a:extLst>
          </p:cNvPr>
          <p:cNvSpPr txBox="1">
            <a:spLocks/>
          </p:cNvSpPr>
          <p:nvPr/>
        </p:nvSpPr>
        <p:spPr bwMode="auto">
          <a:xfrm>
            <a:off x="1177200" y="145800"/>
            <a:ext cx="77724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sz="2800" b="1" dirty="0">
                <a:latin typeface="Times New Roman" panose="02020603050405020304" pitchFamily="18" charset="0"/>
                <a:cs typeface="Times New Roman" panose="02020603050405020304" pitchFamily="18" charset="0"/>
              </a:rPr>
              <a:t>MOTIVATION</a:t>
            </a:r>
          </a:p>
        </p:txBody>
      </p:sp>
    </p:spTree>
    <p:extLst>
      <p:ext uri="{BB962C8B-B14F-4D97-AF65-F5344CB8AC3E}">
        <p14:creationId xmlns:p14="http://schemas.microsoft.com/office/powerpoint/2010/main" val="168433775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3">
            <a:extLst>
              <a:ext uri="{FF2B5EF4-FFF2-40B4-BE49-F238E27FC236}">
                <a16:creationId xmlns:a16="http://schemas.microsoft.com/office/drawing/2014/main" id="{45ED27C8-B30E-4804-9DAE-00B2056228BB}"/>
              </a:ext>
            </a:extLst>
          </p:cNvPr>
          <p:cNvSpPr>
            <a:spLocks noGrp="1"/>
          </p:cNvSpPr>
          <p:nvPr>
            <p:ph type="ctrTitle"/>
          </p:nvPr>
        </p:nvSpPr>
        <p:spPr bwMode="auto">
          <a:xfrm>
            <a:off x="1152000" y="214199"/>
            <a:ext cx="7797600" cy="95760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OBJECTIVES</a:t>
            </a:r>
          </a:p>
        </p:txBody>
      </p:sp>
      <p:sp>
        <p:nvSpPr>
          <p:cNvPr id="5" name="Subtitle 4">
            <a:extLst>
              <a:ext uri="{FF2B5EF4-FFF2-40B4-BE49-F238E27FC236}">
                <a16:creationId xmlns:a16="http://schemas.microsoft.com/office/drawing/2014/main" id="{FF4B3201-C518-41F7-A315-F3A0DBD49097}"/>
              </a:ext>
            </a:extLst>
          </p:cNvPr>
          <p:cNvSpPr>
            <a:spLocks noGrp="1"/>
          </p:cNvSpPr>
          <p:nvPr>
            <p:ph type="subTitle" idx="1"/>
          </p:nvPr>
        </p:nvSpPr>
        <p:spPr>
          <a:xfrm>
            <a:off x="399600" y="1445399"/>
            <a:ext cx="8550000" cy="5198401"/>
          </a:xfrm>
        </p:spPr>
        <p:txBody>
          <a:bodyPr/>
          <a:lstStyle/>
          <a:p>
            <a:pPr marL="342900" indent="-342900" algn="just">
              <a:buFont typeface="Arial" panose="020B0604020202020204" pitchFamily="34" charset="0"/>
              <a:buChar char="•"/>
            </a:pPr>
            <a:r>
              <a:rPr lang="en-US" sz="2000" b="1" i="0" dirty="0">
                <a:solidFill>
                  <a:schemeClr val="tx1"/>
                </a:solidFill>
                <a:effectLst/>
                <a:latin typeface="Times New Roman" panose="02020603050405020304" pitchFamily="18" charset="0"/>
                <a:cs typeface="Times New Roman" panose="02020603050405020304" pitchFamily="18" charset="0"/>
              </a:rPr>
              <a:t>Identify and analyze</a:t>
            </a:r>
            <a:r>
              <a:rPr lang="en-US" sz="2000" b="0" i="0" dirty="0">
                <a:solidFill>
                  <a:schemeClr val="tx1"/>
                </a:solidFill>
                <a:effectLst/>
                <a:latin typeface="Times New Roman" panose="02020603050405020304" pitchFamily="18" charset="0"/>
                <a:cs typeface="Times New Roman" panose="02020603050405020304" pitchFamily="18" charset="0"/>
              </a:rPr>
              <a:t> the </a:t>
            </a:r>
            <a:r>
              <a:rPr lang="en-US" sz="2000" b="1" i="0" dirty="0">
                <a:solidFill>
                  <a:schemeClr val="tx1"/>
                </a:solidFill>
                <a:effectLst/>
                <a:latin typeface="Times New Roman" panose="02020603050405020304" pitchFamily="18" charset="0"/>
                <a:cs typeface="Times New Roman" panose="02020603050405020304" pitchFamily="18" charset="0"/>
              </a:rPr>
              <a:t>sentiment, emotions, and attitudes</a:t>
            </a:r>
            <a:r>
              <a:rPr lang="en-US" sz="2000" b="0" i="0" dirty="0">
                <a:solidFill>
                  <a:schemeClr val="tx1"/>
                </a:solidFill>
                <a:effectLst/>
                <a:latin typeface="Times New Roman" panose="02020603050405020304" pitchFamily="18" charset="0"/>
                <a:cs typeface="Times New Roman" panose="02020603050405020304" pitchFamily="18" charset="0"/>
              </a:rPr>
              <a:t> expressed within the chats.</a:t>
            </a:r>
          </a:p>
          <a:p>
            <a:pPr marL="342900" indent="-342900" algn="just">
              <a:buFont typeface="Arial" panose="020B0604020202020204" pitchFamily="34" charset="0"/>
              <a:buChar char="•"/>
            </a:pPr>
            <a:endParaRPr lang="en-US" sz="2000" b="0" i="0" dirty="0">
              <a:solidFill>
                <a:schemeClr val="tx1"/>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i="0" dirty="0">
                <a:solidFill>
                  <a:schemeClr val="tx1"/>
                </a:solidFill>
                <a:effectLst/>
                <a:latin typeface="Times New Roman" panose="02020603050405020304" pitchFamily="18" charset="0"/>
                <a:cs typeface="Times New Roman" panose="02020603050405020304" pitchFamily="18" charset="0"/>
              </a:rPr>
              <a:t>Uncover key themes and topics</a:t>
            </a:r>
            <a:r>
              <a:rPr lang="en-US" sz="2000" b="0" i="0" dirty="0">
                <a:solidFill>
                  <a:schemeClr val="tx1"/>
                </a:solidFill>
                <a:effectLst/>
                <a:latin typeface="Times New Roman" panose="02020603050405020304" pitchFamily="18" charset="0"/>
                <a:cs typeface="Times New Roman" panose="02020603050405020304" pitchFamily="18" charset="0"/>
              </a:rPr>
              <a:t> discussed, including cultural influences and regional variations.</a:t>
            </a:r>
          </a:p>
          <a:p>
            <a:pPr marL="342900" indent="-342900" algn="just">
              <a:buFont typeface="Arial" panose="020B0604020202020204" pitchFamily="34" charset="0"/>
              <a:buChar char="•"/>
            </a:pPr>
            <a:endParaRPr lang="en-US" sz="2000" b="0" i="0" dirty="0">
              <a:solidFill>
                <a:schemeClr val="tx1"/>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i="0" dirty="0">
                <a:solidFill>
                  <a:schemeClr val="tx1"/>
                </a:solidFill>
                <a:effectLst/>
                <a:latin typeface="Times New Roman" panose="02020603050405020304" pitchFamily="18" charset="0"/>
                <a:cs typeface="Times New Roman" panose="02020603050405020304" pitchFamily="18" charset="0"/>
              </a:rPr>
              <a:t>Analyze conversation flow and structure</a:t>
            </a:r>
            <a:r>
              <a:rPr lang="en-US" sz="2000" b="0" i="0" dirty="0">
                <a:solidFill>
                  <a:schemeClr val="tx1"/>
                </a:solidFill>
                <a:effectLst/>
                <a:latin typeface="Times New Roman" panose="02020603050405020304" pitchFamily="18" charset="0"/>
                <a:cs typeface="Times New Roman" panose="02020603050405020304" pitchFamily="18" charset="0"/>
              </a:rPr>
              <a:t> to understand </a:t>
            </a:r>
            <a:r>
              <a:rPr lang="en-US" sz="2000" b="1" i="0" dirty="0">
                <a:solidFill>
                  <a:schemeClr val="tx1"/>
                </a:solidFill>
                <a:effectLst/>
                <a:latin typeface="Times New Roman" panose="02020603050405020304" pitchFamily="18" charset="0"/>
                <a:cs typeface="Times New Roman" panose="02020603050405020304" pitchFamily="18" charset="0"/>
              </a:rPr>
              <a:t>group dynamics and power structures</a:t>
            </a:r>
            <a:r>
              <a:rPr lang="en-US" sz="2000" b="0" i="0" dirty="0">
                <a:solidFill>
                  <a:schemeClr val="tx1"/>
                </a:solidFill>
                <a:effectLst/>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endParaRPr lang="en-US" sz="2000" b="0" i="0" dirty="0">
              <a:solidFill>
                <a:schemeClr val="tx1"/>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i="0" dirty="0">
                <a:solidFill>
                  <a:schemeClr val="tx1"/>
                </a:solidFill>
                <a:effectLst/>
                <a:latin typeface="Times New Roman" panose="02020603050405020304" pitchFamily="18" charset="0"/>
                <a:cs typeface="Times New Roman" panose="02020603050405020304" pitchFamily="18" charset="0"/>
              </a:rPr>
              <a:t>Develop insights into user behavior and communication patterns</a:t>
            </a:r>
            <a:r>
              <a:rPr lang="en-US" sz="2000" b="0" i="0" dirty="0">
                <a:solidFill>
                  <a:schemeClr val="tx1"/>
                </a:solidFill>
                <a:effectLst/>
                <a:latin typeface="Times New Roman" panose="02020603050405020304" pitchFamily="18" charset="0"/>
                <a:cs typeface="Times New Roman" panose="02020603050405020304" pitchFamily="18" charset="0"/>
              </a:rPr>
              <a:t> within WhatsApp groups.</a:t>
            </a:r>
          </a:p>
          <a:p>
            <a:pPr marL="342900" indent="-342900" algn="just">
              <a:buFont typeface="Arial" panose="020B0604020202020204" pitchFamily="34" charset="0"/>
              <a:buChar char="•"/>
            </a:pPr>
            <a:endParaRPr lang="en-US" sz="2000" b="0" i="0" dirty="0">
              <a:solidFill>
                <a:schemeClr val="tx1"/>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i="0" dirty="0">
                <a:solidFill>
                  <a:schemeClr val="tx1"/>
                </a:solidFill>
                <a:effectLst/>
                <a:latin typeface="Times New Roman" panose="02020603050405020304" pitchFamily="18" charset="0"/>
                <a:cs typeface="Times New Roman" panose="02020603050405020304" pitchFamily="18" charset="0"/>
              </a:rPr>
              <a:t>Evaluate the effectiveness of NLP techniques</a:t>
            </a:r>
            <a:r>
              <a:rPr lang="en-US" sz="2000" b="0" i="0" dirty="0">
                <a:solidFill>
                  <a:schemeClr val="tx1"/>
                </a:solidFill>
                <a:effectLst/>
                <a:latin typeface="Times New Roman" panose="02020603050405020304" pitchFamily="18" charset="0"/>
                <a:cs typeface="Times New Roman" panose="02020603050405020304" pitchFamily="18" charset="0"/>
              </a:rPr>
              <a:t> for analyzing informal and dynamic communication data.</a:t>
            </a:r>
          </a:p>
        </p:txBody>
      </p:sp>
    </p:spTree>
    <p:extLst>
      <p:ext uri="{BB962C8B-B14F-4D97-AF65-F5344CB8AC3E}">
        <p14:creationId xmlns:p14="http://schemas.microsoft.com/office/powerpoint/2010/main" val="9826473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3">
            <a:extLst>
              <a:ext uri="{FF2B5EF4-FFF2-40B4-BE49-F238E27FC236}">
                <a16:creationId xmlns:a16="http://schemas.microsoft.com/office/drawing/2014/main" id="{45ED27C8-B30E-4804-9DAE-00B2056228BB}"/>
              </a:ext>
            </a:extLst>
          </p:cNvPr>
          <p:cNvSpPr>
            <a:spLocks noGrp="1"/>
          </p:cNvSpPr>
          <p:nvPr>
            <p:ph type="ctrTitle"/>
          </p:nvPr>
        </p:nvSpPr>
        <p:spPr bwMode="auto">
          <a:xfrm>
            <a:off x="1152000" y="214199"/>
            <a:ext cx="7797600" cy="95760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REQUIREMENT ANALYSIS</a:t>
            </a:r>
          </a:p>
        </p:txBody>
      </p:sp>
      <p:sp>
        <p:nvSpPr>
          <p:cNvPr id="5" name="Subtitle 4">
            <a:extLst>
              <a:ext uri="{FF2B5EF4-FFF2-40B4-BE49-F238E27FC236}">
                <a16:creationId xmlns:a16="http://schemas.microsoft.com/office/drawing/2014/main" id="{FF4B3201-C518-41F7-A315-F3A0DBD49097}"/>
              </a:ext>
            </a:extLst>
          </p:cNvPr>
          <p:cNvSpPr>
            <a:spLocks noGrp="1"/>
          </p:cNvSpPr>
          <p:nvPr>
            <p:ph type="subTitle" idx="1"/>
          </p:nvPr>
        </p:nvSpPr>
        <p:spPr>
          <a:xfrm>
            <a:off x="468000" y="1445399"/>
            <a:ext cx="8481600" cy="5198401"/>
          </a:xfrm>
        </p:spPr>
        <p:txBody>
          <a:bodyPr/>
          <a:lstStyle/>
          <a:p>
            <a:pPr marL="342900" indent="-342900" algn="l">
              <a:buFont typeface="Arial" panose="020B0604020202020204" pitchFamily="34" charset="0"/>
              <a:buChar char="•"/>
            </a:pPr>
            <a:r>
              <a:rPr lang="en-US" sz="2000" b="1" i="0" dirty="0">
                <a:solidFill>
                  <a:schemeClr val="tx1"/>
                </a:solidFill>
                <a:effectLst/>
                <a:latin typeface="Times New Roman" panose="02020603050405020304" pitchFamily="18" charset="0"/>
                <a:cs typeface="Times New Roman" panose="02020603050405020304" pitchFamily="18" charset="0"/>
              </a:rPr>
              <a:t>Data Source:</a:t>
            </a:r>
            <a:endParaRPr lang="en-US" sz="2000" b="0" i="0" dirty="0">
              <a:solidFill>
                <a:schemeClr val="tx1"/>
              </a:solidFill>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WhatsApp Chat Data (Individual or Group Chats)</a:t>
            </a: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Accessible via Export or APIs</a:t>
            </a:r>
          </a:p>
          <a:p>
            <a:pPr marL="800100" lvl="1" indent="-342900" algn="l">
              <a:buFont typeface="Arial" panose="020B0604020202020204" pitchFamily="34" charset="0"/>
              <a:buChar char="•"/>
            </a:pPr>
            <a:endParaRPr lang="en-US" sz="2000" b="0" i="0" dirty="0">
              <a:solidFill>
                <a:schemeClr val="tx1"/>
              </a:solidFill>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b="1" i="0" dirty="0">
                <a:solidFill>
                  <a:schemeClr val="tx1"/>
                </a:solidFill>
                <a:effectLst/>
                <a:latin typeface="Times New Roman" panose="02020603050405020304" pitchFamily="18" charset="0"/>
                <a:cs typeface="Times New Roman" panose="02020603050405020304" pitchFamily="18" charset="0"/>
              </a:rPr>
              <a:t>Functional Requirements:</a:t>
            </a:r>
            <a:endParaRPr lang="en-US" sz="2000" b="0" i="0" dirty="0">
              <a:solidFill>
                <a:schemeClr val="tx1"/>
              </a:solidFill>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Data Collection</a:t>
            </a: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Preprocessing</a:t>
            </a: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NLP Analysis</a:t>
            </a:r>
            <a:endParaRPr lang="en-US" sz="2000" dirty="0">
              <a:solidFill>
                <a:schemeClr val="tx1"/>
              </a:solidFill>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Pragmatic Analysis</a:t>
            </a:r>
            <a:endParaRPr lang="en-US" sz="2000" dirty="0">
              <a:solidFill>
                <a:schemeClr val="tx1"/>
              </a:solidFill>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Visualization and Reporting</a:t>
            </a:r>
            <a:endParaRPr lang="en-US" sz="2000" dirty="0">
              <a:solidFill>
                <a:schemeClr val="tx1"/>
              </a:solidFill>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Integration</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40860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3">
            <a:extLst>
              <a:ext uri="{FF2B5EF4-FFF2-40B4-BE49-F238E27FC236}">
                <a16:creationId xmlns:a16="http://schemas.microsoft.com/office/drawing/2014/main" id="{45ED27C8-B30E-4804-9DAE-00B2056228BB}"/>
              </a:ext>
            </a:extLst>
          </p:cNvPr>
          <p:cNvSpPr>
            <a:spLocks noGrp="1"/>
          </p:cNvSpPr>
          <p:nvPr>
            <p:ph type="ctrTitle"/>
          </p:nvPr>
        </p:nvSpPr>
        <p:spPr bwMode="auto">
          <a:xfrm>
            <a:off x="1152000" y="214199"/>
            <a:ext cx="7797600" cy="95760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REQUIREMENT ANALYSIS</a:t>
            </a:r>
          </a:p>
        </p:txBody>
      </p:sp>
      <p:sp>
        <p:nvSpPr>
          <p:cNvPr id="5" name="Subtitle 4">
            <a:extLst>
              <a:ext uri="{FF2B5EF4-FFF2-40B4-BE49-F238E27FC236}">
                <a16:creationId xmlns:a16="http://schemas.microsoft.com/office/drawing/2014/main" id="{FF4B3201-C518-41F7-A315-F3A0DBD49097}"/>
              </a:ext>
            </a:extLst>
          </p:cNvPr>
          <p:cNvSpPr>
            <a:spLocks noGrp="1"/>
          </p:cNvSpPr>
          <p:nvPr>
            <p:ph type="subTitle" idx="1"/>
          </p:nvPr>
        </p:nvSpPr>
        <p:spPr>
          <a:xfrm>
            <a:off x="468000" y="1445399"/>
            <a:ext cx="8481600" cy="5198401"/>
          </a:xfrm>
        </p:spPr>
        <p:txBody>
          <a:bodyPr/>
          <a:lstStyle/>
          <a:p>
            <a:pPr marL="342900" indent="-342900" algn="l">
              <a:buFont typeface="Arial" panose="020B0604020202020204" pitchFamily="34" charset="0"/>
              <a:buChar char="•"/>
            </a:pPr>
            <a:r>
              <a:rPr lang="en-US" sz="2000" b="1" i="0" dirty="0">
                <a:solidFill>
                  <a:schemeClr val="tx1"/>
                </a:solidFill>
                <a:effectLst/>
                <a:latin typeface="Times New Roman" panose="02020603050405020304" pitchFamily="18" charset="0"/>
                <a:cs typeface="Times New Roman" panose="02020603050405020304" pitchFamily="18" charset="0"/>
              </a:rPr>
              <a:t>Non-Functional Requirements:</a:t>
            </a:r>
            <a:endParaRPr lang="en-US" sz="2000" b="0" i="0" dirty="0">
              <a:solidFill>
                <a:schemeClr val="tx1"/>
              </a:solidFill>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Performance</a:t>
            </a: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Accuracy</a:t>
            </a: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Scalability</a:t>
            </a: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Usability</a:t>
            </a: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Security</a:t>
            </a:r>
          </a:p>
          <a:p>
            <a:pPr marL="800100" lvl="1" indent="-342900" algn="l">
              <a:buFont typeface="Arial" panose="020B0604020202020204" pitchFamily="34" charset="0"/>
              <a:buChar char="•"/>
            </a:pPr>
            <a:endParaRPr lang="en-US" sz="2000" b="0" i="0" dirty="0">
              <a:solidFill>
                <a:schemeClr val="tx1"/>
              </a:solidFill>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b="1" i="0" dirty="0">
                <a:solidFill>
                  <a:schemeClr val="tx1"/>
                </a:solidFill>
                <a:effectLst/>
                <a:latin typeface="Times New Roman" panose="02020603050405020304" pitchFamily="18" charset="0"/>
                <a:cs typeface="Times New Roman" panose="02020603050405020304" pitchFamily="18" charset="0"/>
              </a:rPr>
              <a:t>Constraints:</a:t>
            </a:r>
            <a:endParaRPr lang="en-US" sz="2000" b="0" i="0" dirty="0">
              <a:solidFill>
                <a:schemeClr val="tx1"/>
              </a:solidFill>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Data Privacy</a:t>
            </a: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Language Support</a:t>
            </a:r>
            <a:endParaRPr lang="en-US" sz="2000" dirty="0">
              <a:solidFill>
                <a:schemeClr val="tx1"/>
              </a:solidFill>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Resource Constraints</a:t>
            </a:r>
          </a:p>
        </p:txBody>
      </p:sp>
    </p:spTree>
    <p:extLst>
      <p:ext uri="{BB962C8B-B14F-4D97-AF65-F5344CB8AC3E}">
        <p14:creationId xmlns:p14="http://schemas.microsoft.com/office/powerpoint/2010/main" val="11704039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3">
            <a:extLst>
              <a:ext uri="{FF2B5EF4-FFF2-40B4-BE49-F238E27FC236}">
                <a16:creationId xmlns:a16="http://schemas.microsoft.com/office/drawing/2014/main" id="{45ED27C8-B30E-4804-9DAE-00B2056228BB}"/>
              </a:ext>
            </a:extLst>
          </p:cNvPr>
          <p:cNvSpPr>
            <a:spLocks noGrp="1"/>
          </p:cNvSpPr>
          <p:nvPr>
            <p:ph type="ctrTitle"/>
          </p:nvPr>
        </p:nvSpPr>
        <p:spPr bwMode="auto">
          <a:xfrm>
            <a:off x="1177200" y="145800"/>
            <a:ext cx="7772400" cy="1026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altLang="en-US" sz="2800" b="1" dirty="0">
                <a:latin typeface="Times New Roman" panose="02020603050405020304" pitchFamily="18" charset="0"/>
                <a:cs typeface="Times New Roman" panose="02020603050405020304" pitchFamily="18" charset="0"/>
              </a:rPr>
              <a:t>FEASIBILITY AND SCOPE</a:t>
            </a:r>
          </a:p>
        </p:txBody>
      </p:sp>
      <p:sp>
        <p:nvSpPr>
          <p:cNvPr id="5" name="Subtitle 4">
            <a:extLst>
              <a:ext uri="{FF2B5EF4-FFF2-40B4-BE49-F238E27FC236}">
                <a16:creationId xmlns:a16="http://schemas.microsoft.com/office/drawing/2014/main" id="{FF4B3201-C518-41F7-A315-F3A0DBD49097}"/>
              </a:ext>
            </a:extLst>
          </p:cNvPr>
          <p:cNvSpPr>
            <a:spLocks noGrp="1"/>
          </p:cNvSpPr>
          <p:nvPr>
            <p:ph type="subTitle" idx="1"/>
          </p:nvPr>
        </p:nvSpPr>
        <p:spPr>
          <a:xfrm>
            <a:off x="468000" y="1445400"/>
            <a:ext cx="8481600" cy="4309199"/>
          </a:xfrm>
        </p:spPr>
        <p:txBody>
          <a:bodyPr/>
          <a:lstStyle/>
          <a:p>
            <a:pPr algn="l"/>
            <a:r>
              <a:rPr lang="en-US" sz="2000" b="1" i="0" dirty="0">
                <a:solidFill>
                  <a:schemeClr val="tx1"/>
                </a:solidFill>
                <a:effectLst/>
                <a:latin typeface="Times New Roman" panose="02020603050405020304" pitchFamily="18" charset="0"/>
                <a:cs typeface="Times New Roman" panose="02020603050405020304" pitchFamily="18" charset="0"/>
              </a:rPr>
              <a:t>Feasibility:</a:t>
            </a:r>
            <a:endParaRPr lang="en-US" sz="2000" b="0" i="0" dirty="0">
              <a:solidFill>
                <a:schemeClr val="tx1"/>
              </a:solidFill>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i="0" dirty="0">
                <a:solidFill>
                  <a:schemeClr val="tx1"/>
                </a:solidFill>
                <a:effectLst/>
                <a:latin typeface="Times New Roman" panose="02020603050405020304" pitchFamily="18" charset="0"/>
                <a:cs typeface="Times New Roman" panose="02020603050405020304" pitchFamily="18" charset="0"/>
              </a:rPr>
              <a:t>Data Availability</a:t>
            </a:r>
          </a:p>
          <a:p>
            <a:pPr marL="342900" indent="-342900" algn="l">
              <a:buFont typeface="Arial" panose="020B0604020202020204" pitchFamily="34" charset="0"/>
              <a:buChar char="•"/>
            </a:pPr>
            <a:r>
              <a:rPr lang="en-US" sz="2000" i="0" dirty="0">
                <a:solidFill>
                  <a:schemeClr val="tx1"/>
                </a:solidFill>
                <a:effectLst/>
                <a:latin typeface="Times New Roman" panose="02020603050405020304" pitchFamily="18" charset="0"/>
                <a:cs typeface="Times New Roman" panose="02020603050405020304" pitchFamily="18" charset="0"/>
              </a:rPr>
              <a:t>Computational Resources</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i="0" dirty="0">
                <a:solidFill>
                  <a:schemeClr val="tx1"/>
                </a:solidFill>
                <a:effectLst/>
                <a:latin typeface="Times New Roman" panose="02020603050405020304" pitchFamily="18" charset="0"/>
                <a:cs typeface="Times New Roman" panose="02020603050405020304" pitchFamily="18" charset="0"/>
              </a:rPr>
              <a:t>Technical Expertise</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i="0" dirty="0">
                <a:solidFill>
                  <a:schemeClr val="tx1"/>
                </a:solidFill>
                <a:effectLst/>
                <a:latin typeface="Times New Roman" panose="02020603050405020304" pitchFamily="18" charset="0"/>
                <a:cs typeface="Times New Roman" panose="02020603050405020304" pitchFamily="18" charset="0"/>
              </a:rPr>
              <a:t>Time Constraints</a:t>
            </a:r>
          </a:p>
          <a:p>
            <a:pPr algn="l"/>
            <a:endParaRPr lang="en-US" sz="2000" b="1" dirty="0">
              <a:solidFill>
                <a:schemeClr val="tx1"/>
              </a:solidFill>
              <a:latin typeface="Times New Roman" panose="02020603050405020304" pitchFamily="18" charset="0"/>
              <a:cs typeface="Times New Roman" panose="02020603050405020304" pitchFamily="18" charset="0"/>
            </a:endParaRPr>
          </a:p>
          <a:p>
            <a:pPr algn="l"/>
            <a:r>
              <a:rPr lang="en-US" sz="2000" b="1" i="0" dirty="0">
                <a:solidFill>
                  <a:schemeClr val="tx1"/>
                </a:solidFill>
                <a:effectLst/>
                <a:latin typeface="Times New Roman" panose="02020603050405020304" pitchFamily="18" charset="0"/>
                <a:cs typeface="Times New Roman" panose="02020603050405020304" pitchFamily="18" charset="0"/>
              </a:rPr>
              <a:t>Scope:</a:t>
            </a:r>
            <a:endParaRPr lang="en-US" sz="2000" b="0" i="0" dirty="0">
              <a:solidFill>
                <a:schemeClr val="tx1"/>
              </a:solidFill>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i="0" dirty="0">
                <a:solidFill>
                  <a:schemeClr val="tx1"/>
                </a:solidFill>
                <a:effectLst/>
                <a:latin typeface="Times New Roman" panose="02020603050405020304" pitchFamily="18" charset="0"/>
                <a:cs typeface="Times New Roman" panose="02020603050405020304" pitchFamily="18" charset="0"/>
              </a:rPr>
              <a:t>Analysis Depth</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i="0" dirty="0">
                <a:solidFill>
                  <a:schemeClr val="tx1"/>
                </a:solidFill>
                <a:effectLst/>
                <a:latin typeface="Times New Roman" panose="02020603050405020304" pitchFamily="18" charset="0"/>
                <a:cs typeface="Times New Roman" panose="02020603050405020304" pitchFamily="18" charset="0"/>
              </a:rPr>
              <a:t>Focus Area</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i="0" dirty="0">
                <a:solidFill>
                  <a:schemeClr val="tx1"/>
                </a:solidFill>
                <a:effectLst/>
                <a:latin typeface="Times New Roman" panose="02020603050405020304" pitchFamily="18" charset="0"/>
                <a:cs typeface="Times New Roman" panose="02020603050405020304" pitchFamily="18" charset="0"/>
              </a:rPr>
              <a:t>Language Coverage</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i="0" dirty="0">
                <a:solidFill>
                  <a:schemeClr val="tx1"/>
                </a:solidFill>
                <a:effectLst/>
                <a:latin typeface="Times New Roman" panose="02020603050405020304" pitchFamily="18" charset="0"/>
                <a:cs typeface="Times New Roman" panose="02020603050405020304" pitchFamily="18" charset="0"/>
              </a:rPr>
              <a:t>Interpretability</a:t>
            </a:r>
            <a:endParaRPr lang="en-US" sz="2000" dirty="0">
              <a:solidFill>
                <a:schemeClr val="tx1"/>
              </a:solidFill>
              <a:latin typeface="Times New Roman" panose="02020603050405020304" pitchFamily="18" charset="0"/>
              <a:cs typeface="Times New Roman" panose="02020603050405020304" pitchFamily="18" charset="0"/>
            </a:endParaRPr>
          </a:p>
          <a:p>
            <a:pPr algn="l"/>
            <a:endParaRPr lang="en-US" sz="2000" b="0" i="0" dirty="0">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1276266"/>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25384C-E69A-43EB-AD90-689B34A2FB96}"/>
              </a:ext>
            </a:extLst>
          </p:cNvPr>
          <p:cNvSpPr>
            <a:spLocks noGrp="1"/>
          </p:cNvSpPr>
          <p:nvPr>
            <p:ph type="title"/>
          </p:nvPr>
        </p:nvSpPr>
        <p:spPr>
          <a:xfrm>
            <a:off x="1152000" y="145800"/>
            <a:ext cx="7797600" cy="1026000"/>
          </a:xfrm>
        </p:spPr>
        <p:txBody>
          <a:bodyPr anchor="ctr"/>
          <a:lstStyle/>
          <a:p>
            <a:r>
              <a:rPr lang="en-US" sz="2800" b="1" dirty="0">
                <a:latin typeface="Times New Roman" panose="02020603050405020304" pitchFamily="18" charset="0"/>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graphicFrame>
        <p:nvGraphicFramePr>
          <p:cNvPr id="2" name="Table 3">
            <a:extLst>
              <a:ext uri="{FF2B5EF4-FFF2-40B4-BE49-F238E27FC236}">
                <a16:creationId xmlns:a16="http://schemas.microsoft.com/office/drawing/2014/main" id="{4BC5822B-8687-2A5A-6165-72EB09C572BC}"/>
              </a:ext>
            </a:extLst>
          </p:cNvPr>
          <p:cNvGraphicFramePr>
            <a:graphicFrameLocks noGrp="1"/>
          </p:cNvGraphicFramePr>
          <p:nvPr>
            <p:extLst>
              <p:ext uri="{D42A27DB-BD31-4B8C-83A1-F6EECF244321}">
                <p14:modId xmlns:p14="http://schemas.microsoft.com/office/powerpoint/2010/main" val="463800093"/>
              </p:ext>
            </p:extLst>
          </p:nvPr>
        </p:nvGraphicFramePr>
        <p:xfrm>
          <a:off x="0" y="1308601"/>
          <a:ext cx="9108000" cy="5266799"/>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167409886"/>
                    </a:ext>
                  </a:extLst>
                </a:gridCol>
                <a:gridCol w="1080000">
                  <a:extLst>
                    <a:ext uri="{9D8B030D-6E8A-4147-A177-3AD203B41FA5}">
                      <a16:colId xmlns:a16="http://schemas.microsoft.com/office/drawing/2014/main" val="81313686"/>
                    </a:ext>
                  </a:extLst>
                </a:gridCol>
                <a:gridCol w="1080000">
                  <a:extLst>
                    <a:ext uri="{9D8B030D-6E8A-4147-A177-3AD203B41FA5}">
                      <a16:colId xmlns:a16="http://schemas.microsoft.com/office/drawing/2014/main" val="1607012048"/>
                    </a:ext>
                  </a:extLst>
                </a:gridCol>
                <a:gridCol w="720000">
                  <a:extLst>
                    <a:ext uri="{9D8B030D-6E8A-4147-A177-3AD203B41FA5}">
                      <a16:colId xmlns:a16="http://schemas.microsoft.com/office/drawing/2014/main" val="1983929143"/>
                    </a:ext>
                  </a:extLst>
                </a:gridCol>
                <a:gridCol w="2988000">
                  <a:extLst>
                    <a:ext uri="{9D8B030D-6E8A-4147-A177-3AD203B41FA5}">
                      <a16:colId xmlns:a16="http://schemas.microsoft.com/office/drawing/2014/main" val="3886370319"/>
                    </a:ext>
                  </a:extLst>
                </a:gridCol>
                <a:gridCol w="2700000">
                  <a:extLst>
                    <a:ext uri="{9D8B030D-6E8A-4147-A177-3AD203B41FA5}">
                      <a16:colId xmlns:a16="http://schemas.microsoft.com/office/drawing/2014/main" val="127943305"/>
                    </a:ext>
                  </a:extLst>
                </a:gridCol>
              </a:tblGrid>
              <a:tr h="1012846">
                <a:tc>
                  <a:txBody>
                    <a:bodyPr/>
                    <a:lstStyle/>
                    <a:p>
                      <a:pPr algn="ctr"/>
                      <a:r>
                        <a:rPr lang="en-US" sz="1400" b="1" i="0" u="none" strike="noStrike" kern="1200" dirty="0">
                          <a:effectLst/>
                          <a:latin typeface="Calibri" panose="020F0502020204030204" pitchFamily="34" charset="0"/>
                        </a:rPr>
                        <a:t>SR. NO </a:t>
                      </a:r>
                      <a:endParaRPr lang="en-IN" sz="1400" dirty="0"/>
                    </a:p>
                  </a:txBody>
                  <a:tcPr/>
                </a:tc>
                <a:tc>
                  <a:txBody>
                    <a:bodyPr/>
                    <a:lstStyle/>
                    <a:p>
                      <a:pPr algn="ctr"/>
                      <a:r>
                        <a:rPr lang="en-IN" sz="1400" b="1" i="0" u="none" strike="noStrike" kern="1200" dirty="0">
                          <a:effectLst/>
                          <a:latin typeface="Calibri" panose="020F0502020204030204" pitchFamily="34" charset="0"/>
                        </a:rPr>
                        <a:t>Title Of Paper </a:t>
                      </a:r>
                      <a:endParaRPr lang="en-IN" sz="1400" dirty="0"/>
                    </a:p>
                  </a:txBody>
                  <a:tcPr/>
                </a:tc>
                <a:tc>
                  <a:txBody>
                    <a:bodyPr/>
                    <a:lstStyle/>
                    <a:p>
                      <a:pPr algn="ctr"/>
                      <a:r>
                        <a:rPr lang="en-US" sz="1400" b="1" i="0" u="none" strike="noStrike" kern="1200" dirty="0">
                          <a:effectLst/>
                          <a:latin typeface="Calibri" panose="020F0502020204030204" pitchFamily="34" charset="0"/>
                        </a:rPr>
                        <a:t>Journal/</a:t>
                      </a:r>
                    </a:p>
                    <a:p>
                      <a:pPr algn="ctr"/>
                      <a:r>
                        <a:rPr lang="en-US" sz="1400" b="1" i="0" u="none" strike="noStrike" kern="1200" dirty="0">
                          <a:effectLst/>
                          <a:latin typeface="Calibri" panose="020F0502020204030204" pitchFamily="34" charset="0"/>
                        </a:rPr>
                        <a:t>Conference Name And Year </a:t>
                      </a:r>
                      <a:endParaRPr lang="en-IN" sz="1400" dirty="0"/>
                    </a:p>
                  </a:txBody>
                  <a:tcPr/>
                </a:tc>
                <a:tc>
                  <a:txBody>
                    <a:bodyPr/>
                    <a:lstStyle/>
                    <a:p>
                      <a:pPr algn="ctr"/>
                      <a:r>
                        <a:rPr lang="en-IN" sz="1400" b="1" i="0" u="none" strike="noStrike" kern="1200" dirty="0">
                          <a:effectLst/>
                          <a:latin typeface="Calibri" panose="020F0502020204030204" pitchFamily="34" charset="0"/>
                        </a:rPr>
                        <a:t>Author</a:t>
                      </a:r>
                      <a:endParaRPr lang="en-IN" sz="1400" dirty="0"/>
                    </a:p>
                  </a:txBody>
                  <a:tcPr/>
                </a:tc>
                <a:tc>
                  <a:txBody>
                    <a:bodyPr/>
                    <a:lstStyle/>
                    <a:p>
                      <a:pPr algn="ctr"/>
                      <a:r>
                        <a:rPr lang="en-IN" sz="1400" b="1" i="0" u="none" strike="noStrike" kern="1200" dirty="0">
                          <a:effectLst/>
                          <a:latin typeface="Calibri" panose="020F0502020204030204" pitchFamily="34" charset="0"/>
                        </a:rPr>
                        <a:t>Key</a:t>
                      </a:r>
                      <a:r>
                        <a:rPr lang="en-IN" sz="1400" dirty="0"/>
                        <a:t> </a:t>
                      </a:r>
                      <a:r>
                        <a:rPr lang="en-IN" sz="1400" b="1" i="0" u="none" strike="noStrike" kern="1200" dirty="0">
                          <a:effectLst/>
                          <a:latin typeface="Calibri" panose="020F0502020204030204" pitchFamily="34" charset="0"/>
                        </a:rPr>
                        <a:t>points</a:t>
                      </a:r>
                      <a:endParaRPr lang="en-IN" sz="1400" dirty="0"/>
                    </a:p>
                  </a:txBody>
                  <a:tcPr/>
                </a:tc>
                <a:tc>
                  <a:txBody>
                    <a:bodyPr/>
                    <a:lstStyle/>
                    <a:p>
                      <a:pPr algn="ctr"/>
                      <a:r>
                        <a:rPr lang="en-IN" sz="1400" b="1" i="0" u="none" strike="noStrike" kern="1200" dirty="0">
                          <a:effectLst/>
                          <a:latin typeface="Calibri" panose="020F0502020204030204" pitchFamily="34" charset="0"/>
                        </a:rPr>
                        <a:t>Challenges/Remarks </a:t>
                      </a:r>
                      <a:endParaRPr lang="en-IN" sz="1400" dirty="0"/>
                    </a:p>
                  </a:txBody>
                  <a:tcPr/>
                </a:tc>
                <a:extLst>
                  <a:ext uri="{0D108BD9-81ED-4DB2-BD59-A6C34878D82A}">
                    <a16:rowId xmlns:a16="http://schemas.microsoft.com/office/drawing/2014/main" val="2615267127"/>
                  </a:ext>
                </a:extLst>
              </a:tr>
              <a:tr h="4253953">
                <a:tc>
                  <a:txBody>
                    <a:bodyPr/>
                    <a:lstStyle/>
                    <a:p>
                      <a:pPr algn="just"/>
                      <a:r>
                        <a:rPr lang="en-US" sz="1400" i="0" u="none" strike="noStrike" kern="1200" dirty="0">
                          <a:effectLst/>
                          <a:latin typeface="Calibri" panose="020F0502020204030204" pitchFamily="34" charset="0"/>
                        </a:rPr>
                        <a:t>1</a:t>
                      </a:r>
                      <a:endParaRPr lang="en-IN" sz="1400" dirty="0"/>
                    </a:p>
                  </a:txBody>
                  <a:tcPr/>
                </a:tc>
                <a:tc>
                  <a:txBody>
                    <a:bodyPr/>
                    <a:lstStyle/>
                    <a:p>
                      <a:pPr algn="just"/>
                      <a:r>
                        <a:rPr lang="en-US" sz="1400" b="0" i="0" u="none" strike="noStrike" kern="1200" dirty="0">
                          <a:effectLst/>
                          <a:latin typeface="Calibri" panose="020F0502020204030204" pitchFamily="34" charset="0"/>
                        </a:rPr>
                        <a:t>Pre-Processing and Emoji Classification of WhatsApp Chats for Sentiment Analysis</a:t>
                      </a:r>
                      <a:endParaRPr lang="en-IN" sz="1400"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i="0" u="none" strike="noStrike" kern="1200" dirty="0">
                          <a:effectLst/>
                          <a:latin typeface="Calibri" panose="020F0502020204030204" pitchFamily="34" charset="0"/>
                        </a:rPr>
                        <a:t>IEEE Conference Publication, 2020</a:t>
                      </a:r>
                      <a:endParaRPr lang="en-IN" sz="1400" i="0" u="none" strike="noStrike" dirty="0">
                        <a:effectLst/>
                        <a:latin typeface="Arial" panose="020B0604020202020204" pitchFamily="34" charset="0"/>
                      </a:endParaRPr>
                    </a:p>
                    <a:p>
                      <a:pPr algn="just"/>
                      <a:endParaRPr lang="en-IN" sz="1400"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400" i="0" u="none" strike="noStrike" kern="1200" dirty="0">
                          <a:effectLst/>
                          <a:latin typeface="Calibri" panose="020F0502020204030204" pitchFamily="34" charset="0"/>
                        </a:rPr>
                        <a:t>Astha </a:t>
                      </a:r>
                      <a:r>
                        <a:rPr lang="en-IN" sz="1400" i="0" u="none" strike="noStrike" kern="1200" dirty="0" err="1">
                          <a:effectLst/>
                          <a:latin typeface="Calibri" panose="020F0502020204030204" pitchFamily="34" charset="0"/>
                        </a:rPr>
                        <a:t>Mohta</a:t>
                      </a:r>
                      <a:r>
                        <a:rPr lang="en-IN" sz="1400" i="0" u="none" strike="noStrike" kern="1200" dirty="0">
                          <a:effectLst/>
                          <a:latin typeface="Calibri" panose="020F0502020204030204" pitchFamily="34" charset="0"/>
                        </a:rPr>
                        <a:t>, </a:t>
                      </a:r>
                      <a:r>
                        <a:rPr lang="en-IN" sz="1400" i="0" u="none" strike="noStrike" kern="1200" dirty="0" err="1">
                          <a:effectLst/>
                          <a:latin typeface="Calibri" panose="020F0502020204030204" pitchFamily="34" charset="0"/>
                        </a:rPr>
                        <a:t>Atishay</a:t>
                      </a:r>
                      <a:r>
                        <a:rPr lang="en-IN" sz="1400" i="0" u="none" strike="noStrike" kern="1200" dirty="0">
                          <a:effectLst/>
                          <a:latin typeface="Calibri" panose="020F0502020204030204" pitchFamily="34" charset="0"/>
                        </a:rPr>
                        <a:t> Jain, S. Dahiya</a:t>
                      </a:r>
                      <a:endParaRPr lang="en-IN" sz="1400" i="0" u="none" strike="noStrike" dirty="0">
                        <a:effectLst/>
                        <a:latin typeface="Arial" panose="020B0604020202020204" pitchFamily="34" charset="0"/>
                      </a:endParaRPr>
                    </a:p>
                    <a:p>
                      <a:pPr algn="just"/>
                      <a:endParaRPr lang="en-IN" sz="1400" dirty="0"/>
                    </a:p>
                  </a:txBody>
                  <a:tcPr/>
                </a:tc>
                <a:tc>
                  <a:txBody>
                    <a:bodyPr/>
                    <a:lstStyle/>
                    <a:p>
                      <a:pPr marL="285750" indent="-285750" algn="just"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paper proposes a method for pre-processing and classifying emojis in WhatsApp chats for sentiment analysis.</a:t>
                      </a:r>
                    </a:p>
                    <a:p>
                      <a:pPr marL="285750" indent="-285750" algn="just"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method first removes code-switching and other non-textual content from the chats.</a:t>
                      </a:r>
                    </a:p>
                    <a:p>
                      <a:pPr marL="285750" indent="-285750" algn="just"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Then, it classifies the emojis into six categories: happy, sad, angry, fearful, excited, and bored.</a:t>
                      </a:r>
                    </a:p>
                    <a:p>
                      <a:pPr marL="285750" indent="-285750" algn="just"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classified emojis are then used to improve the accuracy of sentiment analysis.</a:t>
                      </a:r>
                      <a:endParaRPr lang="en-IN" sz="1400" b="0" i="0" u="none" strike="noStrike" dirty="0">
                        <a:effectLst/>
                        <a:latin typeface="Arial" panose="020B0604020202020204" pitchFamily="34" charset="0"/>
                      </a:endParaRPr>
                    </a:p>
                    <a:p>
                      <a:pPr algn="just"/>
                      <a:endParaRPr lang="en-IN" sz="1400" dirty="0"/>
                    </a:p>
                  </a:txBody>
                  <a:tcPr/>
                </a:tc>
                <a:tc>
                  <a:txBody>
                    <a:bodyPr/>
                    <a:lstStyle/>
                    <a:p>
                      <a:pPr marL="285750" indent="-285750" algn="just"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One challenge with the method is that it requires a large dataset of WhatsApp chats to train the classifier.</a:t>
                      </a:r>
                    </a:p>
                    <a:p>
                      <a:pPr marL="285750" indent="-285750" algn="just"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Another challenge is that the method is not able to handle emojis that are not in the six categories.</a:t>
                      </a:r>
                    </a:p>
                    <a:p>
                      <a:pPr marL="285750" indent="-285750" algn="just"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authors suggest that future work could focus on addressing these challenges.</a:t>
                      </a:r>
                      <a:endParaRPr lang="en-IN" sz="1400" b="0" i="0" u="none" strike="noStrike" dirty="0">
                        <a:effectLst/>
                        <a:latin typeface="Arial" panose="020B0604020202020204" pitchFamily="34" charset="0"/>
                      </a:endParaRPr>
                    </a:p>
                    <a:p>
                      <a:pPr algn="just"/>
                      <a:endParaRPr lang="en-IN" sz="1400" dirty="0"/>
                    </a:p>
                  </a:txBody>
                  <a:tcPr/>
                </a:tc>
                <a:extLst>
                  <a:ext uri="{0D108BD9-81ED-4DB2-BD59-A6C34878D82A}">
                    <a16:rowId xmlns:a16="http://schemas.microsoft.com/office/drawing/2014/main" val="3962062454"/>
                  </a:ext>
                </a:extLst>
              </a:tr>
            </a:tbl>
          </a:graphicData>
        </a:graphic>
      </p:graphicFrame>
    </p:spTree>
    <p:extLst>
      <p:ext uri="{BB962C8B-B14F-4D97-AF65-F5344CB8AC3E}">
        <p14:creationId xmlns:p14="http://schemas.microsoft.com/office/powerpoint/2010/main" val="20387190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3C437E45-FB9D-81F1-9CE7-668A12E22C71}"/>
              </a:ext>
            </a:extLst>
          </p:cNvPr>
          <p:cNvSpPr>
            <a:spLocks noGrp="1"/>
          </p:cNvSpPr>
          <p:nvPr>
            <p:ph type="title"/>
          </p:nvPr>
        </p:nvSpPr>
        <p:spPr>
          <a:xfrm>
            <a:off x="1152000" y="145800"/>
            <a:ext cx="7797600" cy="1026000"/>
          </a:xfrm>
        </p:spPr>
        <p:txBody>
          <a:bodyPr anchor="ctr"/>
          <a:lstStyle/>
          <a:p>
            <a:r>
              <a:rPr lang="en-US" sz="2800" b="1" dirty="0">
                <a:latin typeface="Times New Roman" panose="02020603050405020304" pitchFamily="18" charset="0"/>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graphicFrame>
        <p:nvGraphicFramePr>
          <p:cNvPr id="2" name="Table 3">
            <a:extLst>
              <a:ext uri="{FF2B5EF4-FFF2-40B4-BE49-F238E27FC236}">
                <a16:creationId xmlns:a16="http://schemas.microsoft.com/office/drawing/2014/main" id="{208AAE60-3D02-E6C7-8BFF-A48D74D558AC}"/>
              </a:ext>
            </a:extLst>
          </p:cNvPr>
          <p:cNvGraphicFramePr>
            <a:graphicFrameLocks noGrp="1"/>
          </p:cNvGraphicFramePr>
          <p:nvPr>
            <p:extLst>
              <p:ext uri="{D42A27DB-BD31-4B8C-83A1-F6EECF244321}">
                <p14:modId xmlns:p14="http://schemas.microsoft.com/office/powerpoint/2010/main" val="4244362229"/>
              </p:ext>
            </p:extLst>
          </p:nvPr>
        </p:nvGraphicFramePr>
        <p:xfrm>
          <a:off x="0" y="1240200"/>
          <a:ext cx="9108000" cy="5266799"/>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167409886"/>
                    </a:ext>
                  </a:extLst>
                </a:gridCol>
                <a:gridCol w="1080000">
                  <a:extLst>
                    <a:ext uri="{9D8B030D-6E8A-4147-A177-3AD203B41FA5}">
                      <a16:colId xmlns:a16="http://schemas.microsoft.com/office/drawing/2014/main" val="81313686"/>
                    </a:ext>
                  </a:extLst>
                </a:gridCol>
                <a:gridCol w="1080000">
                  <a:extLst>
                    <a:ext uri="{9D8B030D-6E8A-4147-A177-3AD203B41FA5}">
                      <a16:colId xmlns:a16="http://schemas.microsoft.com/office/drawing/2014/main" val="1607012048"/>
                    </a:ext>
                  </a:extLst>
                </a:gridCol>
                <a:gridCol w="720000">
                  <a:extLst>
                    <a:ext uri="{9D8B030D-6E8A-4147-A177-3AD203B41FA5}">
                      <a16:colId xmlns:a16="http://schemas.microsoft.com/office/drawing/2014/main" val="1983929143"/>
                    </a:ext>
                  </a:extLst>
                </a:gridCol>
                <a:gridCol w="2988000">
                  <a:extLst>
                    <a:ext uri="{9D8B030D-6E8A-4147-A177-3AD203B41FA5}">
                      <a16:colId xmlns:a16="http://schemas.microsoft.com/office/drawing/2014/main" val="3886370319"/>
                    </a:ext>
                  </a:extLst>
                </a:gridCol>
                <a:gridCol w="2700000">
                  <a:extLst>
                    <a:ext uri="{9D8B030D-6E8A-4147-A177-3AD203B41FA5}">
                      <a16:colId xmlns:a16="http://schemas.microsoft.com/office/drawing/2014/main" val="127943305"/>
                    </a:ext>
                  </a:extLst>
                </a:gridCol>
              </a:tblGrid>
              <a:tr h="1012846">
                <a:tc>
                  <a:txBody>
                    <a:bodyPr/>
                    <a:lstStyle/>
                    <a:p>
                      <a:pPr algn="ctr"/>
                      <a:r>
                        <a:rPr lang="en-US" sz="1400" b="1" i="0" u="none" strike="noStrike" kern="1200" dirty="0">
                          <a:effectLst/>
                          <a:latin typeface="Calibri" panose="020F0502020204030204" pitchFamily="34" charset="0"/>
                        </a:rPr>
                        <a:t>SR. NO </a:t>
                      </a:r>
                      <a:endParaRPr lang="en-IN" sz="1400" dirty="0"/>
                    </a:p>
                  </a:txBody>
                  <a:tcPr/>
                </a:tc>
                <a:tc>
                  <a:txBody>
                    <a:bodyPr/>
                    <a:lstStyle/>
                    <a:p>
                      <a:pPr algn="ctr"/>
                      <a:r>
                        <a:rPr lang="en-IN" sz="1400" b="1" i="0" u="none" strike="noStrike" kern="1200">
                          <a:effectLst/>
                          <a:latin typeface="Calibri" panose="020F0502020204030204" pitchFamily="34" charset="0"/>
                        </a:rPr>
                        <a:t>Title Of Paper </a:t>
                      </a:r>
                      <a:endParaRPr lang="en-IN" sz="1400" dirty="0"/>
                    </a:p>
                  </a:txBody>
                  <a:tcPr/>
                </a:tc>
                <a:tc>
                  <a:txBody>
                    <a:bodyPr/>
                    <a:lstStyle/>
                    <a:p>
                      <a:pPr algn="ctr"/>
                      <a:r>
                        <a:rPr lang="en-US" sz="1400" b="1" i="0" u="none" strike="noStrike" kern="1200">
                          <a:effectLst/>
                          <a:latin typeface="Calibri" panose="020F0502020204030204" pitchFamily="34" charset="0"/>
                        </a:rPr>
                        <a:t>Journal/</a:t>
                      </a:r>
                    </a:p>
                    <a:p>
                      <a:pPr algn="ctr"/>
                      <a:r>
                        <a:rPr lang="en-US" sz="1400" b="1" i="0" u="none" strike="noStrike" kern="1200">
                          <a:effectLst/>
                          <a:latin typeface="Calibri" panose="020F0502020204030204" pitchFamily="34" charset="0"/>
                        </a:rPr>
                        <a:t>Conference Name And Year </a:t>
                      </a:r>
                      <a:endParaRPr lang="en-IN" sz="1400" dirty="0"/>
                    </a:p>
                  </a:txBody>
                  <a:tcPr/>
                </a:tc>
                <a:tc>
                  <a:txBody>
                    <a:bodyPr/>
                    <a:lstStyle/>
                    <a:p>
                      <a:pPr algn="ctr"/>
                      <a:r>
                        <a:rPr lang="en-IN" sz="1400" b="1" i="0" u="none" strike="noStrike" kern="1200">
                          <a:effectLst/>
                          <a:latin typeface="Calibri" panose="020F0502020204030204" pitchFamily="34" charset="0"/>
                        </a:rPr>
                        <a:t>Author</a:t>
                      </a:r>
                      <a:endParaRPr lang="en-IN" sz="1400" dirty="0"/>
                    </a:p>
                  </a:txBody>
                  <a:tcPr/>
                </a:tc>
                <a:tc>
                  <a:txBody>
                    <a:bodyPr/>
                    <a:lstStyle/>
                    <a:p>
                      <a:pPr algn="ctr"/>
                      <a:r>
                        <a:rPr lang="en-IN" sz="1400" b="1" i="0" u="none" strike="noStrike" kern="1200">
                          <a:effectLst/>
                          <a:latin typeface="Calibri" panose="020F0502020204030204" pitchFamily="34" charset="0"/>
                        </a:rPr>
                        <a:t>Key</a:t>
                      </a:r>
                      <a:r>
                        <a:rPr lang="en-IN" sz="1400"/>
                        <a:t> </a:t>
                      </a:r>
                      <a:r>
                        <a:rPr lang="en-IN" sz="1400" b="1" i="0" u="none" strike="noStrike" kern="1200">
                          <a:effectLst/>
                          <a:latin typeface="Calibri" panose="020F0502020204030204" pitchFamily="34" charset="0"/>
                        </a:rPr>
                        <a:t>points</a:t>
                      </a:r>
                      <a:endParaRPr lang="en-IN" sz="1400" dirty="0"/>
                    </a:p>
                  </a:txBody>
                  <a:tcPr/>
                </a:tc>
                <a:tc>
                  <a:txBody>
                    <a:bodyPr/>
                    <a:lstStyle/>
                    <a:p>
                      <a:pPr algn="ctr"/>
                      <a:r>
                        <a:rPr lang="en-IN" sz="1400" b="1" i="0" u="none" strike="noStrike" kern="1200" dirty="0">
                          <a:effectLst/>
                          <a:latin typeface="Calibri" panose="020F0502020204030204" pitchFamily="34" charset="0"/>
                        </a:rPr>
                        <a:t>Challenges/Remarks </a:t>
                      </a:r>
                      <a:endParaRPr lang="en-IN" sz="1400" dirty="0"/>
                    </a:p>
                  </a:txBody>
                  <a:tcPr/>
                </a:tc>
                <a:extLst>
                  <a:ext uri="{0D108BD9-81ED-4DB2-BD59-A6C34878D82A}">
                    <a16:rowId xmlns:a16="http://schemas.microsoft.com/office/drawing/2014/main" val="2615267127"/>
                  </a:ext>
                </a:extLst>
              </a:tr>
              <a:tr h="4253953">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i="0" u="none" strike="noStrike" kern="1200" dirty="0">
                          <a:effectLst/>
                          <a:latin typeface="Calibri" panose="020F0502020204030204" pitchFamily="34" charset="0"/>
                        </a:rPr>
                        <a:t>2</a:t>
                      </a:r>
                      <a:endParaRPr lang="en-IN" sz="1400" i="0" u="none" strike="noStrike" dirty="0">
                        <a:effectLst/>
                        <a:latin typeface="Arial" panose="020B0604020202020204" pitchFamily="34" charset="0"/>
                      </a:endParaRPr>
                    </a:p>
                  </a:txBody>
                  <a:tcPr/>
                </a:tc>
                <a:tc>
                  <a:txBody>
                    <a:bodyPr/>
                    <a:lstStyle/>
                    <a:p>
                      <a:pPr algn="just"/>
                      <a:r>
                        <a:rPr lang="en-US" sz="1400" b="0" i="0" u="none" strike="noStrike" kern="1200" dirty="0">
                          <a:effectLst/>
                          <a:latin typeface="Calibri" panose="020F0502020204030204" pitchFamily="34" charset="0"/>
                        </a:rPr>
                        <a:t>Thousands of Small, Constant Rallies: A Large-Scale Analysis of Partisan WhatsApp Groups</a:t>
                      </a:r>
                      <a:endParaRPr lang="en-IN" sz="1400"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i="0" u="none" strike="noStrike" kern="1200" dirty="0">
                          <a:effectLst/>
                          <a:latin typeface="Calibri" panose="020F0502020204030204" pitchFamily="34" charset="0"/>
                        </a:rPr>
                        <a:t>2019 IEEE/ACM International Conference on Advances in Social Networks Analysis and Mining</a:t>
                      </a:r>
                    </a:p>
                    <a:p>
                      <a:pPr algn="just"/>
                      <a:endParaRPr lang="en-IN" sz="1400" dirty="0"/>
                    </a:p>
                  </a:txBody>
                  <a:tcPr/>
                </a:tc>
                <a:tc>
                  <a:txBody>
                    <a:bodyPr/>
                    <a:lstStyle/>
                    <a:p>
                      <a:pPr algn="just" eaLnBrk="1" fontAlgn="t" hangingPunct="1">
                        <a:spcBef>
                          <a:spcPts val="0"/>
                        </a:spcBef>
                        <a:spcAft>
                          <a:spcPts val="0"/>
                        </a:spcAft>
                      </a:pPr>
                      <a:r>
                        <a:rPr lang="en-US" sz="1400" i="0" u="none" strike="noStrike" kern="1200" dirty="0">
                          <a:effectLst/>
                          <a:latin typeface="Calibri" panose="020F0502020204030204" pitchFamily="34" charset="0"/>
                        </a:rPr>
                        <a:t>Victor S. </a:t>
                      </a:r>
                      <a:r>
                        <a:rPr lang="en-US" sz="1400" i="0" u="none" strike="noStrike" kern="1200" dirty="0" err="1">
                          <a:effectLst/>
                          <a:latin typeface="Calibri" panose="020F0502020204030204" pitchFamily="34" charset="0"/>
                        </a:rPr>
                        <a:t>Bursztyn</a:t>
                      </a:r>
                      <a:r>
                        <a:rPr lang="en-US" sz="1400" i="0" u="none" strike="noStrike" kern="1200" dirty="0">
                          <a:effectLst/>
                          <a:latin typeface="Calibri" panose="020F0502020204030204" pitchFamily="34" charset="0"/>
                        </a:rPr>
                        <a:t>, Larry Birnbaum</a:t>
                      </a:r>
                    </a:p>
                  </a:txBody>
                  <a:tcPr/>
                </a:tc>
                <a:tc>
                  <a:txBody>
                    <a:bodyPr/>
                    <a:lstStyle/>
                    <a:p>
                      <a:pPr marL="285750" indent="-285750" algn="just"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paper presents a large-scale analysis of partisan WhatsApp groups in India.</a:t>
                      </a:r>
                    </a:p>
                    <a:p>
                      <a:pPr marL="285750" indent="-285750" algn="just"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analysis found that these groups are highly active, with members sending an average of 20 messages per day.</a:t>
                      </a:r>
                    </a:p>
                    <a:p>
                      <a:pPr marL="285750" indent="-285750" algn="just"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groups are also highly polarized, with members overwhelmingly sharing content that aligns with their political views.</a:t>
                      </a:r>
                    </a:p>
                    <a:p>
                      <a:pPr marL="285750" indent="-285750" algn="just"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findings suggest that WhatsApp groups are playing an important role in political mobilization in India.</a:t>
                      </a:r>
                    </a:p>
                  </a:txBody>
                  <a:tcPr/>
                </a:tc>
                <a:tc>
                  <a:txBody>
                    <a:bodyPr/>
                    <a:lstStyle/>
                    <a:p>
                      <a:pPr marL="285750" indent="-285750" algn="just"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One challenge in conducting this study was the difficulty in obtaining access to WhatsApp groups.</a:t>
                      </a:r>
                    </a:p>
                    <a:p>
                      <a:pPr marL="285750" indent="-285750" algn="just"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Another challenge was the large volume of data that was collected.</a:t>
                      </a:r>
                    </a:p>
                    <a:p>
                      <a:pPr marL="285750" indent="-285750" algn="just"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authors suggest that future work could focus on understanding the impact of WhatsApp groups on political behavior.</a:t>
                      </a:r>
                      <a:endParaRPr lang="en-IN" sz="1400" b="0" i="0" u="none" strike="noStrike" dirty="0">
                        <a:effectLst/>
                        <a:latin typeface="Arial" panose="020B0604020202020204" pitchFamily="34" charset="0"/>
                      </a:endParaRPr>
                    </a:p>
                  </a:txBody>
                  <a:tcPr/>
                </a:tc>
                <a:extLst>
                  <a:ext uri="{0D108BD9-81ED-4DB2-BD59-A6C34878D82A}">
                    <a16:rowId xmlns:a16="http://schemas.microsoft.com/office/drawing/2014/main" val="3962062454"/>
                  </a:ext>
                </a:extLst>
              </a:tr>
            </a:tbl>
          </a:graphicData>
        </a:graphic>
      </p:graphicFrame>
    </p:spTree>
    <p:extLst>
      <p:ext uri="{BB962C8B-B14F-4D97-AF65-F5344CB8AC3E}">
        <p14:creationId xmlns:p14="http://schemas.microsoft.com/office/powerpoint/2010/main" val="338646370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3C437E45-FB9D-81F1-9CE7-668A12E22C71}"/>
              </a:ext>
            </a:extLst>
          </p:cNvPr>
          <p:cNvSpPr>
            <a:spLocks noGrp="1"/>
          </p:cNvSpPr>
          <p:nvPr>
            <p:ph type="title"/>
          </p:nvPr>
        </p:nvSpPr>
        <p:spPr>
          <a:xfrm>
            <a:off x="1152000" y="145800"/>
            <a:ext cx="7797600" cy="1026000"/>
          </a:xfrm>
        </p:spPr>
        <p:txBody>
          <a:bodyPr anchor="ctr"/>
          <a:lstStyle/>
          <a:p>
            <a:r>
              <a:rPr lang="en-US" sz="2800" b="1" dirty="0">
                <a:latin typeface="Times New Roman" panose="02020603050405020304" pitchFamily="18" charset="0"/>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graphicFrame>
        <p:nvGraphicFramePr>
          <p:cNvPr id="2" name="Table 3">
            <a:extLst>
              <a:ext uri="{FF2B5EF4-FFF2-40B4-BE49-F238E27FC236}">
                <a16:creationId xmlns:a16="http://schemas.microsoft.com/office/drawing/2014/main" id="{208AAE60-3D02-E6C7-8BFF-A48D74D558AC}"/>
              </a:ext>
            </a:extLst>
          </p:cNvPr>
          <p:cNvGraphicFramePr>
            <a:graphicFrameLocks noGrp="1"/>
          </p:cNvGraphicFramePr>
          <p:nvPr>
            <p:extLst>
              <p:ext uri="{D42A27DB-BD31-4B8C-83A1-F6EECF244321}">
                <p14:modId xmlns:p14="http://schemas.microsoft.com/office/powerpoint/2010/main" val="3692636920"/>
              </p:ext>
            </p:extLst>
          </p:nvPr>
        </p:nvGraphicFramePr>
        <p:xfrm>
          <a:off x="0" y="1240200"/>
          <a:ext cx="9108000" cy="5266799"/>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167409886"/>
                    </a:ext>
                  </a:extLst>
                </a:gridCol>
                <a:gridCol w="1080000">
                  <a:extLst>
                    <a:ext uri="{9D8B030D-6E8A-4147-A177-3AD203B41FA5}">
                      <a16:colId xmlns:a16="http://schemas.microsoft.com/office/drawing/2014/main" val="81313686"/>
                    </a:ext>
                  </a:extLst>
                </a:gridCol>
                <a:gridCol w="1080000">
                  <a:extLst>
                    <a:ext uri="{9D8B030D-6E8A-4147-A177-3AD203B41FA5}">
                      <a16:colId xmlns:a16="http://schemas.microsoft.com/office/drawing/2014/main" val="1607012048"/>
                    </a:ext>
                  </a:extLst>
                </a:gridCol>
                <a:gridCol w="720000">
                  <a:extLst>
                    <a:ext uri="{9D8B030D-6E8A-4147-A177-3AD203B41FA5}">
                      <a16:colId xmlns:a16="http://schemas.microsoft.com/office/drawing/2014/main" val="1983929143"/>
                    </a:ext>
                  </a:extLst>
                </a:gridCol>
                <a:gridCol w="2988000">
                  <a:extLst>
                    <a:ext uri="{9D8B030D-6E8A-4147-A177-3AD203B41FA5}">
                      <a16:colId xmlns:a16="http://schemas.microsoft.com/office/drawing/2014/main" val="3886370319"/>
                    </a:ext>
                  </a:extLst>
                </a:gridCol>
                <a:gridCol w="2700000">
                  <a:extLst>
                    <a:ext uri="{9D8B030D-6E8A-4147-A177-3AD203B41FA5}">
                      <a16:colId xmlns:a16="http://schemas.microsoft.com/office/drawing/2014/main" val="127943305"/>
                    </a:ext>
                  </a:extLst>
                </a:gridCol>
              </a:tblGrid>
              <a:tr h="1012846">
                <a:tc>
                  <a:txBody>
                    <a:bodyPr/>
                    <a:lstStyle/>
                    <a:p>
                      <a:pPr algn="ctr"/>
                      <a:r>
                        <a:rPr lang="en-US" sz="1400" b="1" i="0" u="none" strike="noStrike" kern="1200" dirty="0">
                          <a:effectLst/>
                          <a:latin typeface="Calibri" panose="020F0502020204030204" pitchFamily="34" charset="0"/>
                        </a:rPr>
                        <a:t>SR. NO </a:t>
                      </a:r>
                      <a:endParaRPr lang="en-IN" sz="1400" dirty="0"/>
                    </a:p>
                  </a:txBody>
                  <a:tcPr/>
                </a:tc>
                <a:tc>
                  <a:txBody>
                    <a:bodyPr/>
                    <a:lstStyle/>
                    <a:p>
                      <a:pPr algn="ctr"/>
                      <a:r>
                        <a:rPr lang="en-IN" sz="1400" b="1" i="0" u="none" strike="noStrike" kern="1200">
                          <a:effectLst/>
                          <a:latin typeface="Calibri" panose="020F0502020204030204" pitchFamily="34" charset="0"/>
                        </a:rPr>
                        <a:t>Title Of Paper </a:t>
                      </a:r>
                      <a:endParaRPr lang="en-IN" sz="1400" dirty="0"/>
                    </a:p>
                  </a:txBody>
                  <a:tcPr/>
                </a:tc>
                <a:tc>
                  <a:txBody>
                    <a:bodyPr/>
                    <a:lstStyle/>
                    <a:p>
                      <a:pPr algn="ctr"/>
                      <a:r>
                        <a:rPr lang="en-US" sz="1400" b="1" i="0" u="none" strike="noStrike" kern="1200">
                          <a:effectLst/>
                          <a:latin typeface="Calibri" panose="020F0502020204030204" pitchFamily="34" charset="0"/>
                        </a:rPr>
                        <a:t>Journal/</a:t>
                      </a:r>
                    </a:p>
                    <a:p>
                      <a:pPr algn="ctr"/>
                      <a:r>
                        <a:rPr lang="en-US" sz="1400" b="1" i="0" u="none" strike="noStrike" kern="1200">
                          <a:effectLst/>
                          <a:latin typeface="Calibri" panose="020F0502020204030204" pitchFamily="34" charset="0"/>
                        </a:rPr>
                        <a:t>Conference Name And Year </a:t>
                      </a:r>
                      <a:endParaRPr lang="en-IN" sz="1400" dirty="0"/>
                    </a:p>
                  </a:txBody>
                  <a:tcPr/>
                </a:tc>
                <a:tc>
                  <a:txBody>
                    <a:bodyPr/>
                    <a:lstStyle/>
                    <a:p>
                      <a:pPr algn="ctr"/>
                      <a:r>
                        <a:rPr lang="en-IN" sz="1400" b="1" i="0" u="none" strike="noStrike" kern="1200">
                          <a:effectLst/>
                          <a:latin typeface="Calibri" panose="020F0502020204030204" pitchFamily="34" charset="0"/>
                        </a:rPr>
                        <a:t>Author</a:t>
                      </a:r>
                      <a:endParaRPr lang="en-IN" sz="1400" dirty="0"/>
                    </a:p>
                  </a:txBody>
                  <a:tcPr/>
                </a:tc>
                <a:tc>
                  <a:txBody>
                    <a:bodyPr/>
                    <a:lstStyle/>
                    <a:p>
                      <a:pPr algn="ctr"/>
                      <a:r>
                        <a:rPr lang="en-IN" sz="1400" b="1" i="0" u="none" strike="noStrike" kern="1200">
                          <a:effectLst/>
                          <a:latin typeface="Calibri" panose="020F0502020204030204" pitchFamily="34" charset="0"/>
                        </a:rPr>
                        <a:t>Key</a:t>
                      </a:r>
                      <a:r>
                        <a:rPr lang="en-IN" sz="1400"/>
                        <a:t> </a:t>
                      </a:r>
                      <a:r>
                        <a:rPr lang="en-IN" sz="1400" b="1" i="0" u="none" strike="noStrike" kern="1200">
                          <a:effectLst/>
                          <a:latin typeface="Calibri" panose="020F0502020204030204" pitchFamily="34" charset="0"/>
                        </a:rPr>
                        <a:t>points</a:t>
                      </a:r>
                      <a:endParaRPr lang="en-IN" sz="1400" dirty="0"/>
                    </a:p>
                  </a:txBody>
                  <a:tcPr/>
                </a:tc>
                <a:tc>
                  <a:txBody>
                    <a:bodyPr/>
                    <a:lstStyle/>
                    <a:p>
                      <a:pPr algn="ctr"/>
                      <a:r>
                        <a:rPr lang="en-IN" sz="1400" b="1" i="0" u="none" strike="noStrike" kern="1200" dirty="0">
                          <a:effectLst/>
                          <a:latin typeface="Calibri" panose="020F0502020204030204" pitchFamily="34" charset="0"/>
                        </a:rPr>
                        <a:t>Challenges/Remarks </a:t>
                      </a:r>
                      <a:endParaRPr lang="en-IN" sz="1400" dirty="0"/>
                    </a:p>
                  </a:txBody>
                  <a:tcPr/>
                </a:tc>
                <a:extLst>
                  <a:ext uri="{0D108BD9-81ED-4DB2-BD59-A6C34878D82A}">
                    <a16:rowId xmlns:a16="http://schemas.microsoft.com/office/drawing/2014/main" val="2615267127"/>
                  </a:ext>
                </a:extLst>
              </a:tr>
              <a:tr h="4253953">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i="0" u="none" strike="noStrike" kern="1200" dirty="0">
                          <a:effectLst/>
                          <a:latin typeface="Calibri" panose="020F0502020204030204" pitchFamily="34" charset="0"/>
                        </a:rPr>
                        <a:t>3</a:t>
                      </a:r>
                      <a:endParaRPr lang="en-IN" sz="1400" i="0" u="none" strike="noStrike" dirty="0">
                        <a:effectLst/>
                        <a:latin typeface="Arial" panose="020B0604020202020204" pitchFamily="34" charset="0"/>
                      </a:endParaRPr>
                    </a:p>
                  </a:txBody>
                  <a:tcPr/>
                </a:tc>
                <a:tc>
                  <a:txBody>
                    <a:bodyPr/>
                    <a:lstStyle/>
                    <a:p>
                      <a:pPr marL="0" algn="l" rtl="0" eaLnBrk="1" fontAlgn="t" latinLnBrk="0" hangingPunct="1">
                        <a:spcBef>
                          <a:spcPts val="0"/>
                        </a:spcBef>
                        <a:spcAft>
                          <a:spcPts val="0"/>
                        </a:spcAft>
                      </a:pPr>
                      <a:r>
                        <a:rPr lang="en-US" sz="1400" b="0" i="0" u="none" strike="noStrike" kern="1200" dirty="0">
                          <a:effectLst/>
                          <a:latin typeface="Calibri" panose="020F0502020204030204" pitchFamily="34" charset="0"/>
                        </a:rPr>
                        <a:t>People's Behavior Analysis in Chat Message using Natural Language Processing</a:t>
                      </a:r>
                    </a:p>
                  </a:txBody>
                  <a:tcPr/>
                </a:tc>
                <a:tc>
                  <a:txBody>
                    <a:bodyPr/>
                    <a:lstStyle/>
                    <a:p>
                      <a:pPr marL="0" algn="l" rtl="0" eaLnBrk="1" fontAlgn="t" latinLnBrk="0" hangingPunct="1">
                        <a:spcBef>
                          <a:spcPts val="0"/>
                        </a:spcBef>
                        <a:spcAft>
                          <a:spcPts val="0"/>
                        </a:spcAft>
                      </a:pPr>
                      <a:r>
                        <a:rPr lang="en-US" sz="1400" i="0" u="none" strike="noStrike" kern="1200" dirty="0">
                          <a:effectLst/>
                          <a:latin typeface="Calibri" panose="020F0502020204030204" pitchFamily="34" charset="0"/>
                        </a:rPr>
                        <a:t>Proceedings of the Third International Conference on Intelligent Communication Technologies and Virtual Mobile Networks (ICICV 2021).</a:t>
                      </a:r>
                    </a:p>
                  </a:txBody>
                  <a:tcPr/>
                </a:tc>
                <a:tc>
                  <a:txBody>
                    <a:bodyPr/>
                    <a:lstStyle/>
                    <a:p>
                      <a:pPr marL="0" algn="l" rtl="0" eaLnBrk="1" fontAlgn="t" latinLnBrk="0" hangingPunct="1">
                        <a:spcBef>
                          <a:spcPts val="0"/>
                        </a:spcBef>
                        <a:spcAft>
                          <a:spcPts val="0"/>
                        </a:spcAft>
                      </a:pPr>
                      <a:r>
                        <a:rPr lang="en-US" sz="1400" i="0" u="none" strike="noStrike" kern="1200" dirty="0" err="1">
                          <a:effectLst/>
                          <a:latin typeface="Calibri" panose="020F0502020204030204" pitchFamily="34" charset="0"/>
                        </a:rPr>
                        <a:t>V.Selina</a:t>
                      </a:r>
                      <a:r>
                        <a:rPr lang="en-US" sz="1400" i="0" u="none" strike="noStrike" kern="1200" dirty="0">
                          <a:effectLst/>
                          <a:latin typeface="Calibri" panose="020F0502020204030204" pitchFamily="34" charset="0"/>
                        </a:rPr>
                        <a:t> Annie </a:t>
                      </a:r>
                      <a:r>
                        <a:rPr lang="en-US" sz="1400" i="0" u="none" strike="noStrike" kern="1200" dirty="0" err="1">
                          <a:effectLst/>
                          <a:latin typeface="Calibri" panose="020F0502020204030204" pitchFamily="34" charset="0"/>
                        </a:rPr>
                        <a:t>Retna</a:t>
                      </a:r>
                      <a:r>
                        <a:rPr lang="en-US" sz="1400" i="0" u="none" strike="noStrike" kern="1200" dirty="0">
                          <a:effectLst/>
                          <a:latin typeface="Calibri" panose="020F0502020204030204" pitchFamily="34" charset="0"/>
                        </a:rPr>
                        <a:t>, Prof. P. </a:t>
                      </a:r>
                      <a:r>
                        <a:rPr lang="en-US" sz="1400" i="0" u="none" strike="noStrike" kern="1200" dirty="0" err="1">
                          <a:effectLst/>
                          <a:latin typeface="Calibri" panose="020F0502020204030204" pitchFamily="34" charset="0"/>
                        </a:rPr>
                        <a:t>Brundha</a:t>
                      </a:r>
                      <a:r>
                        <a:rPr lang="en-US" sz="1400" i="0" u="none" strike="noStrike" kern="1200" dirty="0">
                          <a:effectLst/>
                          <a:latin typeface="Calibri" panose="020F0502020204030204" pitchFamily="34" charset="0"/>
                        </a:rPr>
                        <a:t>, Dr. </a:t>
                      </a:r>
                      <a:r>
                        <a:rPr lang="en-US" sz="1400" i="0" u="none" strike="noStrike" kern="1200" dirty="0" err="1">
                          <a:effectLst/>
                          <a:latin typeface="Calibri" panose="020F0502020204030204" pitchFamily="34" charset="0"/>
                        </a:rPr>
                        <a:t>RajKumar</a:t>
                      </a:r>
                      <a:r>
                        <a:rPr lang="en-US" sz="1400" i="0" u="none" strike="noStrike" kern="1200" dirty="0">
                          <a:effectLst/>
                          <a:latin typeface="Calibri" panose="020F0502020204030204" pitchFamily="34" charset="0"/>
                        </a:rPr>
                        <a:t> G </a:t>
                      </a:r>
                    </a:p>
                  </a:txBody>
                  <a:tcPr/>
                </a:tc>
                <a:tc>
                  <a:txBody>
                    <a:bodyPr/>
                    <a:lstStyle/>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paper proposes a method for analyzing people's behavior in chat messages using natural language processing (NLP).</a:t>
                      </a:r>
                    </a:p>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method first extracts features from the chat messages, such as the words used, the sentiment of the messages, and the time of day the messages were sent.</a:t>
                      </a:r>
                    </a:p>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Then, it uses NLP to train a classifier to identify different types of behavior, such as friendly, aggressive, or neutral.</a:t>
                      </a:r>
                    </a:p>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method is evaluated on a dataset of chat messages, and it is shown to be effective in identifying different types of behavior.</a:t>
                      </a:r>
                    </a:p>
                  </a:txBody>
                  <a:tcPr/>
                </a:tc>
                <a:tc>
                  <a:txBody>
                    <a:bodyPr/>
                    <a:lstStyle/>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One challenge in conducting this study was the difficulty in obtaining a large dataset of chat messages.</a:t>
                      </a:r>
                    </a:p>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Another challenge was the complexity of the NLP task.</a:t>
                      </a:r>
                    </a:p>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authors suggest that future work could focus on improving the accuracy of the classifier and on developing new applications for the method.</a:t>
                      </a:r>
                      <a:endParaRPr lang="en-IN" sz="1400" b="0" i="0" u="none" strike="noStrike" dirty="0">
                        <a:effectLst/>
                        <a:latin typeface="Arial" panose="020B0604020202020204" pitchFamily="34" charset="0"/>
                      </a:endParaRPr>
                    </a:p>
                  </a:txBody>
                  <a:tcPr/>
                </a:tc>
                <a:extLst>
                  <a:ext uri="{0D108BD9-81ED-4DB2-BD59-A6C34878D82A}">
                    <a16:rowId xmlns:a16="http://schemas.microsoft.com/office/drawing/2014/main" val="3962062454"/>
                  </a:ext>
                </a:extLst>
              </a:tr>
            </a:tbl>
          </a:graphicData>
        </a:graphic>
      </p:graphicFrame>
    </p:spTree>
    <p:extLst>
      <p:ext uri="{BB962C8B-B14F-4D97-AF65-F5344CB8AC3E}">
        <p14:creationId xmlns:p14="http://schemas.microsoft.com/office/powerpoint/2010/main" val="1547296878"/>
      </p:ext>
    </p:extLst>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3C437E45-FB9D-81F1-9CE7-668A12E22C71}"/>
              </a:ext>
            </a:extLst>
          </p:cNvPr>
          <p:cNvSpPr>
            <a:spLocks noGrp="1"/>
          </p:cNvSpPr>
          <p:nvPr>
            <p:ph type="title"/>
          </p:nvPr>
        </p:nvSpPr>
        <p:spPr>
          <a:xfrm>
            <a:off x="1152000" y="145800"/>
            <a:ext cx="7797600" cy="1026000"/>
          </a:xfrm>
        </p:spPr>
        <p:txBody>
          <a:bodyPr anchor="ctr"/>
          <a:lstStyle/>
          <a:p>
            <a:r>
              <a:rPr lang="en-US" sz="2800" b="1" dirty="0">
                <a:latin typeface="Times New Roman" panose="02020603050405020304" pitchFamily="18" charset="0"/>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graphicFrame>
        <p:nvGraphicFramePr>
          <p:cNvPr id="2" name="Table 3">
            <a:extLst>
              <a:ext uri="{FF2B5EF4-FFF2-40B4-BE49-F238E27FC236}">
                <a16:creationId xmlns:a16="http://schemas.microsoft.com/office/drawing/2014/main" id="{208AAE60-3D02-E6C7-8BFF-A48D74D558AC}"/>
              </a:ext>
            </a:extLst>
          </p:cNvPr>
          <p:cNvGraphicFramePr>
            <a:graphicFrameLocks noGrp="1"/>
          </p:cNvGraphicFramePr>
          <p:nvPr>
            <p:extLst>
              <p:ext uri="{D42A27DB-BD31-4B8C-83A1-F6EECF244321}">
                <p14:modId xmlns:p14="http://schemas.microsoft.com/office/powerpoint/2010/main" val="885328243"/>
              </p:ext>
            </p:extLst>
          </p:nvPr>
        </p:nvGraphicFramePr>
        <p:xfrm>
          <a:off x="0" y="1240200"/>
          <a:ext cx="9108000" cy="5266799"/>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167409886"/>
                    </a:ext>
                  </a:extLst>
                </a:gridCol>
                <a:gridCol w="1080000">
                  <a:extLst>
                    <a:ext uri="{9D8B030D-6E8A-4147-A177-3AD203B41FA5}">
                      <a16:colId xmlns:a16="http://schemas.microsoft.com/office/drawing/2014/main" val="81313686"/>
                    </a:ext>
                  </a:extLst>
                </a:gridCol>
                <a:gridCol w="1080000">
                  <a:extLst>
                    <a:ext uri="{9D8B030D-6E8A-4147-A177-3AD203B41FA5}">
                      <a16:colId xmlns:a16="http://schemas.microsoft.com/office/drawing/2014/main" val="1607012048"/>
                    </a:ext>
                  </a:extLst>
                </a:gridCol>
                <a:gridCol w="720000">
                  <a:extLst>
                    <a:ext uri="{9D8B030D-6E8A-4147-A177-3AD203B41FA5}">
                      <a16:colId xmlns:a16="http://schemas.microsoft.com/office/drawing/2014/main" val="1983929143"/>
                    </a:ext>
                  </a:extLst>
                </a:gridCol>
                <a:gridCol w="2988000">
                  <a:extLst>
                    <a:ext uri="{9D8B030D-6E8A-4147-A177-3AD203B41FA5}">
                      <a16:colId xmlns:a16="http://schemas.microsoft.com/office/drawing/2014/main" val="3886370319"/>
                    </a:ext>
                  </a:extLst>
                </a:gridCol>
                <a:gridCol w="2700000">
                  <a:extLst>
                    <a:ext uri="{9D8B030D-6E8A-4147-A177-3AD203B41FA5}">
                      <a16:colId xmlns:a16="http://schemas.microsoft.com/office/drawing/2014/main" val="127943305"/>
                    </a:ext>
                  </a:extLst>
                </a:gridCol>
              </a:tblGrid>
              <a:tr h="1012846">
                <a:tc>
                  <a:txBody>
                    <a:bodyPr/>
                    <a:lstStyle/>
                    <a:p>
                      <a:pPr algn="ctr"/>
                      <a:r>
                        <a:rPr lang="en-US" sz="1400" b="1" i="0" u="none" strike="noStrike" kern="1200" dirty="0">
                          <a:effectLst/>
                          <a:latin typeface="Calibri" panose="020F0502020204030204" pitchFamily="34" charset="0"/>
                        </a:rPr>
                        <a:t>SR. NO </a:t>
                      </a:r>
                      <a:endParaRPr lang="en-IN" sz="1400" dirty="0"/>
                    </a:p>
                  </a:txBody>
                  <a:tcPr/>
                </a:tc>
                <a:tc>
                  <a:txBody>
                    <a:bodyPr/>
                    <a:lstStyle/>
                    <a:p>
                      <a:pPr algn="ctr"/>
                      <a:r>
                        <a:rPr lang="en-IN" sz="1400" b="1" i="0" u="none" strike="noStrike" kern="1200">
                          <a:effectLst/>
                          <a:latin typeface="Calibri" panose="020F0502020204030204" pitchFamily="34" charset="0"/>
                        </a:rPr>
                        <a:t>Title Of Paper </a:t>
                      </a:r>
                      <a:endParaRPr lang="en-IN" sz="1400" dirty="0"/>
                    </a:p>
                  </a:txBody>
                  <a:tcPr/>
                </a:tc>
                <a:tc>
                  <a:txBody>
                    <a:bodyPr/>
                    <a:lstStyle/>
                    <a:p>
                      <a:pPr algn="ctr"/>
                      <a:r>
                        <a:rPr lang="en-US" sz="1400" b="1" i="0" u="none" strike="noStrike" kern="1200">
                          <a:effectLst/>
                          <a:latin typeface="Calibri" panose="020F0502020204030204" pitchFamily="34" charset="0"/>
                        </a:rPr>
                        <a:t>Journal/</a:t>
                      </a:r>
                    </a:p>
                    <a:p>
                      <a:pPr algn="ctr"/>
                      <a:r>
                        <a:rPr lang="en-US" sz="1400" b="1" i="0" u="none" strike="noStrike" kern="1200">
                          <a:effectLst/>
                          <a:latin typeface="Calibri" panose="020F0502020204030204" pitchFamily="34" charset="0"/>
                        </a:rPr>
                        <a:t>Conference Name And Year </a:t>
                      </a:r>
                      <a:endParaRPr lang="en-IN" sz="1400" dirty="0"/>
                    </a:p>
                  </a:txBody>
                  <a:tcPr/>
                </a:tc>
                <a:tc>
                  <a:txBody>
                    <a:bodyPr/>
                    <a:lstStyle/>
                    <a:p>
                      <a:pPr algn="ctr"/>
                      <a:r>
                        <a:rPr lang="en-IN" sz="1400" b="1" i="0" u="none" strike="noStrike" kern="1200">
                          <a:effectLst/>
                          <a:latin typeface="Calibri" panose="020F0502020204030204" pitchFamily="34" charset="0"/>
                        </a:rPr>
                        <a:t>Author</a:t>
                      </a:r>
                      <a:endParaRPr lang="en-IN" sz="1400" dirty="0"/>
                    </a:p>
                  </a:txBody>
                  <a:tcPr/>
                </a:tc>
                <a:tc>
                  <a:txBody>
                    <a:bodyPr/>
                    <a:lstStyle/>
                    <a:p>
                      <a:pPr algn="ctr"/>
                      <a:r>
                        <a:rPr lang="en-IN" sz="1400" b="1" i="0" u="none" strike="noStrike" kern="1200">
                          <a:effectLst/>
                          <a:latin typeface="Calibri" panose="020F0502020204030204" pitchFamily="34" charset="0"/>
                        </a:rPr>
                        <a:t>Key</a:t>
                      </a:r>
                      <a:r>
                        <a:rPr lang="en-IN" sz="1400"/>
                        <a:t> </a:t>
                      </a:r>
                      <a:r>
                        <a:rPr lang="en-IN" sz="1400" b="1" i="0" u="none" strike="noStrike" kern="1200">
                          <a:effectLst/>
                          <a:latin typeface="Calibri" panose="020F0502020204030204" pitchFamily="34" charset="0"/>
                        </a:rPr>
                        <a:t>points</a:t>
                      </a:r>
                      <a:endParaRPr lang="en-IN" sz="1400" dirty="0"/>
                    </a:p>
                  </a:txBody>
                  <a:tcPr/>
                </a:tc>
                <a:tc>
                  <a:txBody>
                    <a:bodyPr/>
                    <a:lstStyle/>
                    <a:p>
                      <a:pPr algn="ctr"/>
                      <a:r>
                        <a:rPr lang="en-IN" sz="1400" b="1" i="0" u="none" strike="noStrike" kern="1200" dirty="0">
                          <a:effectLst/>
                          <a:latin typeface="Calibri" panose="020F0502020204030204" pitchFamily="34" charset="0"/>
                        </a:rPr>
                        <a:t>Challenges/Remarks </a:t>
                      </a:r>
                      <a:endParaRPr lang="en-IN" sz="1400" dirty="0"/>
                    </a:p>
                  </a:txBody>
                  <a:tcPr/>
                </a:tc>
                <a:extLst>
                  <a:ext uri="{0D108BD9-81ED-4DB2-BD59-A6C34878D82A}">
                    <a16:rowId xmlns:a16="http://schemas.microsoft.com/office/drawing/2014/main" val="2615267127"/>
                  </a:ext>
                </a:extLst>
              </a:tr>
              <a:tr h="4253953">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i="0" u="none" strike="noStrike" kern="1200" dirty="0">
                          <a:effectLst/>
                          <a:latin typeface="Calibri" panose="020F0502020204030204" pitchFamily="34" charset="0"/>
                        </a:rPr>
                        <a:t>4</a:t>
                      </a:r>
                      <a:endParaRPr lang="en-IN" sz="1400" i="0" u="none" strike="noStrike" dirty="0">
                        <a:effectLst/>
                        <a:latin typeface="Arial" panose="020B0604020202020204" pitchFamily="34" charset="0"/>
                      </a:endParaRPr>
                    </a:p>
                  </a:txBody>
                  <a:tcPr/>
                </a:tc>
                <a:tc>
                  <a:txBody>
                    <a:bodyPr/>
                    <a:lstStyle/>
                    <a:p>
                      <a:pPr eaLnBrk="1" fontAlgn="t" hangingPunct="1">
                        <a:spcBef>
                          <a:spcPts val="0"/>
                        </a:spcBef>
                        <a:spcAft>
                          <a:spcPts val="0"/>
                        </a:spcAft>
                      </a:pPr>
                      <a:r>
                        <a:rPr lang="en-US" sz="1400" b="0" i="0" u="none" strike="noStrike" kern="1200" dirty="0">
                          <a:effectLst/>
                          <a:latin typeface="Calibri" panose="020F0502020204030204" pitchFamily="34" charset="0"/>
                        </a:rPr>
                        <a:t>Text Classification based </a:t>
                      </a:r>
                      <a:r>
                        <a:rPr lang="en-US" sz="1400" b="0" i="0" u="none" strike="noStrike" kern="1200" dirty="0" err="1">
                          <a:effectLst/>
                          <a:latin typeface="Calibri" panose="020F0502020204030204" pitchFamily="34" charset="0"/>
                        </a:rPr>
                        <a:t>Behavioural</a:t>
                      </a:r>
                      <a:r>
                        <a:rPr lang="en-US" sz="1400" b="0" i="0" u="none" strike="noStrike" kern="1200" dirty="0">
                          <a:effectLst/>
                          <a:latin typeface="Calibri" panose="020F0502020204030204" pitchFamily="34" charset="0"/>
                        </a:rPr>
                        <a:t> Analysis of WhatsApp Chats</a:t>
                      </a:r>
                    </a:p>
                  </a:txBody>
                  <a:tcPr/>
                </a:tc>
                <a:tc>
                  <a:txBody>
                    <a:bodyPr/>
                    <a:lstStyle/>
                    <a:p>
                      <a:pPr eaLnBrk="1" fontAlgn="t" hangingPunct="1">
                        <a:spcBef>
                          <a:spcPts val="0"/>
                        </a:spcBef>
                        <a:spcAft>
                          <a:spcPts val="0"/>
                        </a:spcAft>
                      </a:pPr>
                      <a:r>
                        <a:rPr lang="en-US" sz="1400" i="0" u="none" strike="noStrike" kern="1200" dirty="0">
                          <a:effectLst/>
                          <a:latin typeface="Calibri" panose="020F0502020204030204" pitchFamily="34" charset="0"/>
                        </a:rPr>
                        <a:t>Proceedings of the Fifth International Conference on Communication and Electronics Systems (ICCES 2020)</a:t>
                      </a:r>
                    </a:p>
                  </a:txBody>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400" i="0" u="none" strike="noStrike" kern="1200" dirty="0">
                          <a:effectLst/>
                          <a:latin typeface="Calibri" panose="020F0502020204030204" pitchFamily="34" charset="0"/>
                        </a:rPr>
                        <a:t>Sonika Dahiya, Astha </a:t>
                      </a:r>
                      <a:r>
                        <a:rPr lang="en-US" sz="1400" i="0" u="none" strike="noStrike" kern="1200" dirty="0" err="1">
                          <a:effectLst/>
                          <a:latin typeface="Calibri" panose="020F0502020204030204" pitchFamily="34" charset="0"/>
                        </a:rPr>
                        <a:t>Mohta</a:t>
                      </a:r>
                      <a:r>
                        <a:rPr lang="en-US" sz="1400" i="0" u="none" strike="noStrike" kern="1200" dirty="0">
                          <a:effectLst/>
                          <a:latin typeface="Calibri" panose="020F0502020204030204" pitchFamily="34" charset="0"/>
                        </a:rPr>
                        <a:t>, </a:t>
                      </a:r>
                      <a:r>
                        <a:rPr lang="en-US" sz="1400" i="0" u="none" strike="noStrike" kern="1200" dirty="0" err="1">
                          <a:effectLst/>
                          <a:latin typeface="Calibri" panose="020F0502020204030204" pitchFamily="34" charset="0"/>
                        </a:rPr>
                        <a:t>Atishay</a:t>
                      </a:r>
                      <a:r>
                        <a:rPr lang="en-US" sz="1400" i="0" u="none" strike="noStrike" kern="1200" dirty="0">
                          <a:effectLst/>
                          <a:latin typeface="Calibri" panose="020F0502020204030204" pitchFamily="34" charset="0"/>
                        </a:rPr>
                        <a:t> Jain  </a:t>
                      </a:r>
                    </a:p>
                  </a:txBody>
                  <a:tcPr/>
                </a:tc>
                <a:tc>
                  <a:txBody>
                    <a:bodyPr/>
                    <a:lstStyle/>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paper proposes a text classification based behavioral analysis model for identifying introverts and extroverts using WhatsApp chats.</a:t>
                      </a:r>
                    </a:p>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model uses a neural network to score each sentence and emoji in a dimensional form, based on the emotions expressed by the subject.</a:t>
                      </a:r>
                    </a:p>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model is able to determine if the subject is an introvert or extrovert with an accuracy of 80%.</a:t>
                      </a:r>
                    </a:p>
                  </a:txBody>
                  <a:tcPr/>
                </a:tc>
                <a:tc>
                  <a:txBody>
                    <a:bodyPr/>
                    <a:lstStyle/>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main challenge in this study was the code switching that is prevalent in online conversations.</a:t>
                      </a:r>
                    </a:p>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model was trained on a dataset of 1000 WhatsApp chats, which may not be representative of the entire population.</a:t>
                      </a:r>
                    </a:p>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Future work could involve using a larger dataset and incorporating other factors, such as the time of day and the frequency of messages, to improve the accuracy of the model.</a:t>
                      </a:r>
                      <a:endParaRPr lang="en-IN" sz="1400" b="0" i="0" u="none" strike="noStrike" dirty="0">
                        <a:effectLst/>
                        <a:latin typeface="Arial" panose="020B0604020202020204" pitchFamily="34" charset="0"/>
                      </a:endParaRPr>
                    </a:p>
                  </a:txBody>
                  <a:tcPr/>
                </a:tc>
                <a:extLst>
                  <a:ext uri="{0D108BD9-81ED-4DB2-BD59-A6C34878D82A}">
                    <a16:rowId xmlns:a16="http://schemas.microsoft.com/office/drawing/2014/main" val="3962062454"/>
                  </a:ext>
                </a:extLst>
              </a:tr>
            </a:tbl>
          </a:graphicData>
        </a:graphic>
      </p:graphicFrame>
    </p:spTree>
    <p:extLst>
      <p:ext uri="{BB962C8B-B14F-4D97-AF65-F5344CB8AC3E}">
        <p14:creationId xmlns:p14="http://schemas.microsoft.com/office/powerpoint/2010/main" val="254853490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3C437E45-FB9D-81F1-9CE7-668A12E22C71}"/>
              </a:ext>
            </a:extLst>
          </p:cNvPr>
          <p:cNvSpPr>
            <a:spLocks noGrp="1"/>
          </p:cNvSpPr>
          <p:nvPr>
            <p:ph type="title"/>
          </p:nvPr>
        </p:nvSpPr>
        <p:spPr>
          <a:xfrm>
            <a:off x="1152000" y="145800"/>
            <a:ext cx="7797600" cy="1026000"/>
          </a:xfrm>
        </p:spPr>
        <p:txBody>
          <a:bodyPr anchor="ctr"/>
          <a:lstStyle/>
          <a:p>
            <a:r>
              <a:rPr lang="en-US" sz="2800" b="1" dirty="0">
                <a:latin typeface="Times New Roman" panose="02020603050405020304" pitchFamily="18" charset="0"/>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graphicFrame>
        <p:nvGraphicFramePr>
          <p:cNvPr id="2" name="Table 3">
            <a:extLst>
              <a:ext uri="{FF2B5EF4-FFF2-40B4-BE49-F238E27FC236}">
                <a16:creationId xmlns:a16="http://schemas.microsoft.com/office/drawing/2014/main" id="{208AAE60-3D02-E6C7-8BFF-A48D74D558AC}"/>
              </a:ext>
            </a:extLst>
          </p:cNvPr>
          <p:cNvGraphicFramePr>
            <a:graphicFrameLocks noGrp="1"/>
          </p:cNvGraphicFramePr>
          <p:nvPr>
            <p:extLst>
              <p:ext uri="{D42A27DB-BD31-4B8C-83A1-F6EECF244321}">
                <p14:modId xmlns:p14="http://schemas.microsoft.com/office/powerpoint/2010/main" val="2527120008"/>
              </p:ext>
            </p:extLst>
          </p:nvPr>
        </p:nvGraphicFramePr>
        <p:xfrm>
          <a:off x="0" y="1240200"/>
          <a:ext cx="9108000" cy="5266799"/>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167409886"/>
                    </a:ext>
                  </a:extLst>
                </a:gridCol>
                <a:gridCol w="1080000">
                  <a:extLst>
                    <a:ext uri="{9D8B030D-6E8A-4147-A177-3AD203B41FA5}">
                      <a16:colId xmlns:a16="http://schemas.microsoft.com/office/drawing/2014/main" val="81313686"/>
                    </a:ext>
                  </a:extLst>
                </a:gridCol>
                <a:gridCol w="1080000">
                  <a:extLst>
                    <a:ext uri="{9D8B030D-6E8A-4147-A177-3AD203B41FA5}">
                      <a16:colId xmlns:a16="http://schemas.microsoft.com/office/drawing/2014/main" val="1607012048"/>
                    </a:ext>
                  </a:extLst>
                </a:gridCol>
                <a:gridCol w="720000">
                  <a:extLst>
                    <a:ext uri="{9D8B030D-6E8A-4147-A177-3AD203B41FA5}">
                      <a16:colId xmlns:a16="http://schemas.microsoft.com/office/drawing/2014/main" val="1983929143"/>
                    </a:ext>
                  </a:extLst>
                </a:gridCol>
                <a:gridCol w="2988000">
                  <a:extLst>
                    <a:ext uri="{9D8B030D-6E8A-4147-A177-3AD203B41FA5}">
                      <a16:colId xmlns:a16="http://schemas.microsoft.com/office/drawing/2014/main" val="3886370319"/>
                    </a:ext>
                  </a:extLst>
                </a:gridCol>
                <a:gridCol w="2700000">
                  <a:extLst>
                    <a:ext uri="{9D8B030D-6E8A-4147-A177-3AD203B41FA5}">
                      <a16:colId xmlns:a16="http://schemas.microsoft.com/office/drawing/2014/main" val="127943305"/>
                    </a:ext>
                  </a:extLst>
                </a:gridCol>
              </a:tblGrid>
              <a:tr h="1012846">
                <a:tc>
                  <a:txBody>
                    <a:bodyPr/>
                    <a:lstStyle/>
                    <a:p>
                      <a:pPr algn="ctr"/>
                      <a:r>
                        <a:rPr lang="en-US" sz="1400" b="1" i="0" u="none" strike="noStrike" kern="1200" dirty="0">
                          <a:effectLst/>
                          <a:latin typeface="Calibri" panose="020F0502020204030204" pitchFamily="34" charset="0"/>
                        </a:rPr>
                        <a:t>SR. NO </a:t>
                      </a:r>
                      <a:endParaRPr lang="en-IN" sz="1400" dirty="0"/>
                    </a:p>
                  </a:txBody>
                  <a:tcPr/>
                </a:tc>
                <a:tc>
                  <a:txBody>
                    <a:bodyPr/>
                    <a:lstStyle/>
                    <a:p>
                      <a:pPr algn="ctr"/>
                      <a:r>
                        <a:rPr lang="en-IN" sz="1400" b="1" i="0" u="none" strike="noStrike" kern="1200">
                          <a:effectLst/>
                          <a:latin typeface="Calibri" panose="020F0502020204030204" pitchFamily="34" charset="0"/>
                        </a:rPr>
                        <a:t>Title Of Paper </a:t>
                      </a:r>
                      <a:endParaRPr lang="en-IN" sz="1400" dirty="0"/>
                    </a:p>
                  </a:txBody>
                  <a:tcPr/>
                </a:tc>
                <a:tc>
                  <a:txBody>
                    <a:bodyPr/>
                    <a:lstStyle/>
                    <a:p>
                      <a:pPr algn="ctr"/>
                      <a:r>
                        <a:rPr lang="en-US" sz="1400" b="1" i="0" u="none" strike="noStrike" kern="1200">
                          <a:effectLst/>
                          <a:latin typeface="Calibri" panose="020F0502020204030204" pitchFamily="34" charset="0"/>
                        </a:rPr>
                        <a:t>Journal/</a:t>
                      </a:r>
                    </a:p>
                    <a:p>
                      <a:pPr algn="ctr"/>
                      <a:r>
                        <a:rPr lang="en-US" sz="1400" b="1" i="0" u="none" strike="noStrike" kern="1200">
                          <a:effectLst/>
                          <a:latin typeface="Calibri" panose="020F0502020204030204" pitchFamily="34" charset="0"/>
                        </a:rPr>
                        <a:t>Conference Name And Year </a:t>
                      </a:r>
                      <a:endParaRPr lang="en-IN" sz="1400" dirty="0"/>
                    </a:p>
                  </a:txBody>
                  <a:tcPr/>
                </a:tc>
                <a:tc>
                  <a:txBody>
                    <a:bodyPr/>
                    <a:lstStyle/>
                    <a:p>
                      <a:pPr algn="ctr"/>
                      <a:r>
                        <a:rPr lang="en-IN" sz="1400" b="1" i="0" u="none" strike="noStrike" kern="1200">
                          <a:effectLst/>
                          <a:latin typeface="Calibri" panose="020F0502020204030204" pitchFamily="34" charset="0"/>
                        </a:rPr>
                        <a:t>Author</a:t>
                      </a:r>
                      <a:endParaRPr lang="en-IN" sz="1400" dirty="0"/>
                    </a:p>
                  </a:txBody>
                  <a:tcPr/>
                </a:tc>
                <a:tc>
                  <a:txBody>
                    <a:bodyPr/>
                    <a:lstStyle/>
                    <a:p>
                      <a:pPr algn="ctr"/>
                      <a:r>
                        <a:rPr lang="en-IN" sz="1400" b="1" i="0" u="none" strike="noStrike" kern="1200">
                          <a:effectLst/>
                          <a:latin typeface="Calibri" panose="020F0502020204030204" pitchFamily="34" charset="0"/>
                        </a:rPr>
                        <a:t>Key</a:t>
                      </a:r>
                      <a:r>
                        <a:rPr lang="en-IN" sz="1400"/>
                        <a:t> </a:t>
                      </a:r>
                      <a:r>
                        <a:rPr lang="en-IN" sz="1400" b="1" i="0" u="none" strike="noStrike" kern="1200">
                          <a:effectLst/>
                          <a:latin typeface="Calibri" panose="020F0502020204030204" pitchFamily="34" charset="0"/>
                        </a:rPr>
                        <a:t>points</a:t>
                      </a:r>
                      <a:endParaRPr lang="en-IN" sz="1400" dirty="0"/>
                    </a:p>
                  </a:txBody>
                  <a:tcPr/>
                </a:tc>
                <a:tc>
                  <a:txBody>
                    <a:bodyPr/>
                    <a:lstStyle/>
                    <a:p>
                      <a:pPr algn="ctr"/>
                      <a:r>
                        <a:rPr lang="en-IN" sz="1400" b="1" i="0" u="none" strike="noStrike" kern="1200" dirty="0">
                          <a:effectLst/>
                          <a:latin typeface="Calibri" panose="020F0502020204030204" pitchFamily="34" charset="0"/>
                        </a:rPr>
                        <a:t>Challenges/Remarks </a:t>
                      </a:r>
                      <a:endParaRPr lang="en-IN" sz="1400" dirty="0"/>
                    </a:p>
                  </a:txBody>
                  <a:tcPr/>
                </a:tc>
                <a:extLst>
                  <a:ext uri="{0D108BD9-81ED-4DB2-BD59-A6C34878D82A}">
                    <a16:rowId xmlns:a16="http://schemas.microsoft.com/office/drawing/2014/main" val="2615267127"/>
                  </a:ext>
                </a:extLst>
              </a:tr>
              <a:tr h="4253953">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i="0" u="none" strike="noStrike" kern="1200" dirty="0">
                          <a:effectLst/>
                          <a:latin typeface="Calibri" panose="020F0502020204030204" pitchFamily="34" charset="0"/>
                        </a:rPr>
                        <a:t>5</a:t>
                      </a:r>
                      <a:endParaRPr lang="en-IN" sz="1400" i="0" u="none" strike="noStrike" dirty="0">
                        <a:effectLst/>
                        <a:latin typeface="Arial" panose="020B0604020202020204" pitchFamily="34" charset="0"/>
                      </a:endParaRPr>
                    </a:p>
                  </a:txBody>
                  <a:tcPr/>
                </a:tc>
                <a:tc>
                  <a:txBody>
                    <a:bodyPr/>
                    <a:lstStyle/>
                    <a:p>
                      <a:pPr eaLnBrk="1" fontAlgn="t" hangingPunct="1">
                        <a:spcBef>
                          <a:spcPts val="0"/>
                        </a:spcBef>
                        <a:spcAft>
                          <a:spcPts val="0"/>
                        </a:spcAft>
                      </a:pPr>
                      <a:r>
                        <a:rPr lang="en-US" sz="1400" b="0" i="0" u="none" strike="noStrike" kern="1200" dirty="0">
                          <a:effectLst/>
                          <a:latin typeface="Calibri" panose="020F0502020204030204" pitchFamily="34" charset="0"/>
                        </a:rPr>
                        <a:t>Towards a New Approach to Identify WhatsApp Messages</a:t>
                      </a:r>
                    </a:p>
                  </a:txBody>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400" i="0" u="none" strike="noStrike" kern="1200" dirty="0">
                          <a:effectLst/>
                          <a:latin typeface="Calibri" panose="020F0502020204030204" pitchFamily="34" charset="0"/>
                        </a:rPr>
                        <a:t>2020 IEEE 19th International Conference on Trust, Security and Privacy in Computing and Communications (</a:t>
                      </a:r>
                      <a:r>
                        <a:rPr lang="en-US" sz="1400" i="0" u="none" strike="noStrike" kern="1200" dirty="0" err="1">
                          <a:effectLst/>
                          <a:latin typeface="Calibri" panose="020F0502020204030204" pitchFamily="34" charset="0"/>
                        </a:rPr>
                        <a:t>TrustCom</a:t>
                      </a:r>
                      <a:r>
                        <a:rPr lang="en-US" sz="1400" i="0" u="none" strike="noStrike" kern="1200" dirty="0">
                          <a:effectLst/>
                          <a:latin typeface="Calibri" panose="020F0502020204030204" pitchFamily="34" charset="0"/>
                        </a:rPr>
                        <a:t>)</a:t>
                      </a:r>
                    </a:p>
                  </a:txBody>
                  <a:tcPr/>
                </a:tc>
                <a:tc>
                  <a:txBody>
                    <a:bodyPr/>
                    <a:lstStyle/>
                    <a:p>
                      <a:pPr eaLnBrk="1" fontAlgn="t" hangingPunct="1">
                        <a:spcBef>
                          <a:spcPts val="0"/>
                        </a:spcBef>
                        <a:spcAft>
                          <a:spcPts val="0"/>
                        </a:spcAft>
                      </a:pPr>
                      <a:r>
                        <a:rPr lang="en-US" sz="1400" i="0" u="none" strike="noStrike" kern="1200" dirty="0">
                          <a:effectLst/>
                          <a:latin typeface="Calibri" panose="020F0502020204030204" pitchFamily="34" charset="0"/>
                        </a:rPr>
                        <a:t>Rick Cents and </a:t>
                      </a:r>
                      <a:r>
                        <a:rPr lang="en-US" sz="1400" i="0" u="none" strike="noStrike" kern="1200" dirty="0" err="1">
                          <a:effectLst/>
                          <a:latin typeface="Calibri" panose="020F0502020204030204" pitchFamily="34" charset="0"/>
                        </a:rPr>
                        <a:t>Nhien</a:t>
                      </a:r>
                      <a:r>
                        <a:rPr lang="en-US" sz="1400" i="0" u="none" strike="noStrike" kern="1200" dirty="0">
                          <a:effectLst/>
                          <a:latin typeface="Calibri" panose="020F0502020204030204" pitchFamily="34" charset="0"/>
                        </a:rPr>
                        <a:t>-An Le-Khac</a:t>
                      </a:r>
                    </a:p>
                  </a:txBody>
                  <a:tcPr/>
                </a:tc>
                <a:tc>
                  <a:txBody>
                    <a:bodyPr/>
                    <a:lstStyle/>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paper proposes a new approach to identify WhatsApp messages using only wiretap data.</a:t>
                      </a:r>
                    </a:p>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approach is based on identifying patterns of data sent to and received from the WhatsApp servers.</a:t>
                      </a:r>
                    </a:p>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approach was tested against a large dataset created with different mobile devices, and the results showed that it is effective in identifying WhatsApp messages.</a:t>
                      </a:r>
                    </a:p>
                  </a:txBody>
                  <a:tcPr/>
                </a:tc>
                <a:tc>
                  <a:txBody>
                    <a:bodyPr/>
                    <a:lstStyle/>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main challenge of the approach is that it requires a large dataset of WhatsApp traffic to train the pattern recognition model.</a:t>
                      </a:r>
                    </a:p>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approach is not foolproof, and there are some cases where it may not be able to identify WhatsApp messages correctly.</a:t>
                      </a:r>
                    </a:p>
                    <a:p>
                      <a:pPr marL="285750" indent="-285750" algn="l" rtl="0" eaLnBrk="1" fontAlgn="t" latinLnBrk="0" hangingPunct="1">
                        <a:spcBef>
                          <a:spcPts val="0"/>
                        </a:spcBef>
                        <a:spcAft>
                          <a:spcPts val="0"/>
                        </a:spcAft>
                        <a:buFont typeface="Arial" panose="020B0604020202020204" pitchFamily="34" charset="0"/>
                        <a:buChar char="•"/>
                      </a:pPr>
                      <a:r>
                        <a:rPr lang="en-US" sz="1400" b="0" i="0" u="none" strike="noStrike" dirty="0">
                          <a:effectLst/>
                          <a:latin typeface="Arial" panose="020B0604020202020204" pitchFamily="34" charset="0"/>
                        </a:rPr>
                        <a:t>The approach is still under development, and the authors are working on improving its accuracy and reliability.</a:t>
                      </a:r>
                      <a:endParaRPr lang="en-IN" sz="1400" b="0" i="0" u="none" strike="noStrike" dirty="0">
                        <a:effectLst/>
                        <a:latin typeface="Arial" panose="020B0604020202020204" pitchFamily="34" charset="0"/>
                      </a:endParaRPr>
                    </a:p>
                  </a:txBody>
                  <a:tcPr/>
                </a:tc>
                <a:extLst>
                  <a:ext uri="{0D108BD9-81ED-4DB2-BD59-A6C34878D82A}">
                    <a16:rowId xmlns:a16="http://schemas.microsoft.com/office/drawing/2014/main" val="3962062454"/>
                  </a:ext>
                </a:extLst>
              </a:tr>
            </a:tbl>
          </a:graphicData>
        </a:graphic>
      </p:graphicFrame>
    </p:spTree>
    <p:extLst>
      <p:ext uri="{BB962C8B-B14F-4D97-AF65-F5344CB8AC3E}">
        <p14:creationId xmlns:p14="http://schemas.microsoft.com/office/powerpoint/2010/main" val="798489100"/>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pPr marL="273050" indent="-273050">
              <a:buAutoNum type="arabicPeriod"/>
            </a:pPr>
            <a:r>
              <a:rPr lang="en-US" sz="1900" i="0" dirty="0">
                <a:effectLst/>
                <a:latin typeface="Times New Roman" panose="02020603050405020304" pitchFamily="18" charset="0"/>
                <a:cs typeface="Times New Roman" panose="02020603050405020304" pitchFamily="18" charset="0"/>
              </a:rPr>
              <a:t>Data Collection and Preprocessing</a:t>
            </a:r>
          </a:p>
          <a:p>
            <a:pPr marL="457200" indent="-457200">
              <a:buAutoNum type="arabicPeriod"/>
            </a:pPr>
            <a:endParaRPr lang="en-US" sz="1900" i="0" dirty="0">
              <a:effectLst/>
              <a:latin typeface="Times New Roman" panose="02020603050405020304" pitchFamily="18" charset="0"/>
              <a:cs typeface="Times New Roman" panose="02020603050405020304" pitchFamily="18" charset="0"/>
            </a:endParaRPr>
          </a:p>
          <a:p>
            <a:pPr marL="0" indent="0">
              <a:buNone/>
            </a:pPr>
            <a:r>
              <a:rPr lang="en-US" sz="1900" i="0" dirty="0">
                <a:effectLst/>
                <a:latin typeface="Times New Roman" panose="02020603050405020304" pitchFamily="18" charset="0"/>
                <a:cs typeface="Times New Roman" panose="02020603050405020304" pitchFamily="18" charset="0"/>
              </a:rPr>
              <a:t>2. Sentiment Analysis</a:t>
            </a:r>
          </a:p>
          <a:p>
            <a:pPr marL="0" indent="0">
              <a:buNone/>
            </a:pPr>
            <a:endParaRPr lang="en-US" sz="1900" i="0" dirty="0">
              <a:effectLst/>
              <a:latin typeface="Times New Roman" panose="02020603050405020304" pitchFamily="18" charset="0"/>
              <a:cs typeface="Times New Roman" panose="02020603050405020304" pitchFamily="18" charset="0"/>
            </a:endParaRPr>
          </a:p>
          <a:p>
            <a:pPr marL="0" indent="0">
              <a:buNone/>
            </a:pPr>
            <a:r>
              <a:rPr lang="en-US" sz="1900" i="0" dirty="0">
                <a:effectLst/>
                <a:latin typeface="Times New Roman" panose="02020603050405020304" pitchFamily="18" charset="0"/>
                <a:cs typeface="Times New Roman" panose="02020603050405020304" pitchFamily="18" charset="0"/>
              </a:rPr>
              <a:t>3. Named Entity Recognition (NER)</a:t>
            </a:r>
          </a:p>
          <a:p>
            <a:pPr marL="0" indent="0">
              <a:buNone/>
            </a:pPr>
            <a:endParaRPr lang="en-US" sz="1900" i="0" dirty="0">
              <a:effectLst/>
              <a:latin typeface="Times New Roman" panose="02020603050405020304" pitchFamily="18" charset="0"/>
              <a:cs typeface="Times New Roman" panose="02020603050405020304" pitchFamily="18" charset="0"/>
            </a:endParaRPr>
          </a:p>
          <a:p>
            <a:pPr marL="0" indent="0" algn="l">
              <a:buNone/>
            </a:pPr>
            <a:r>
              <a:rPr lang="en-US" sz="1900" i="0" dirty="0">
                <a:effectLst/>
                <a:latin typeface="Times New Roman" panose="02020603050405020304" pitchFamily="18" charset="0"/>
                <a:cs typeface="Times New Roman" panose="02020603050405020304" pitchFamily="18" charset="0"/>
              </a:rPr>
              <a:t>4. Topic Modeling</a:t>
            </a:r>
          </a:p>
          <a:p>
            <a:pPr marL="0" indent="0" algn="l">
              <a:buNone/>
            </a:pPr>
            <a:endParaRPr lang="en-US" sz="1900" i="0" dirty="0">
              <a:effectLst/>
              <a:latin typeface="Times New Roman" panose="02020603050405020304" pitchFamily="18" charset="0"/>
              <a:cs typeface="Times New Roman" panose="02020603050405020304" pitchFamily="18" charset="0"/>
            </a:endParaRPr>
          </a:p>
          <a:p>
            <a:pPr marL="0" indent="0" algn="l">
              <a:buNone/>
            </a:pPr>
            <a:r>
              <a:rPr lang="en-US" sz="1900" i="0" dirty="0">
                <a:effectLst/>
                <a:latin typeface="Times New Roman" panose="02020603050405020304" pitchFamily="18" charset="0"/>
                <a:cs typeface="Times New Roman" panose="02020603050405020304" pitchFamily="18" charset="0"/>
              </a:rPr>
              <a:t>5. Pragmatic Analysis</a:t>
            </a:r>
          </a:p>
          <a:p>
            <a:pPr marL="0" indent="0" algn="l">
              <a:buNone/>
            </a:pPr>
            <a:endParaRPr lang="en-US" sz="1900" i="0" dirty="0">
              <a:effectLst/>
              <a:latin typeface="Times New Roman" panose="02020603050405020304" pitchFamily="18" charset="0"/>
              <a:cs typeface="Times New Roman" panose="02020603050405020304" pitchFamily="18" charset="0"/>
            </a:endParaRPr>
          </a:p>
          <a:p>
            <a:pPr marL="0" indent="0" algn="l">
              <a:buNone/>
            </a:pPr>
            <a:r>
              <a:rPr lang="en-US" sz="1900" i="0" dirty="0">
                <a:effectLst/>
                <a:latin typeface="Times New Roman" panose="02020603050405020304" pitchFamily="18" charset="0"/>
                <a:cs typeface="Times New Roman" panose="02020603050405020304" pitchFamily="18" charset="0"/>
              </a:rPr>
              <a:t>6. Visualization and Reporting</a:t>
            </a:r>
          </a:p>
          <a:p>
            <a:pPr marL="0" indent="0" algn="l">
              <a:buNone/>
            </a:pPr>
            <a:endParaRPr lang="en-US" sz="1900" i="0" dirty="0">
              <a:effectLst/>
              <a:latin typeface="Times New Roman" panose="02020603050405020304" pitchFamily="18" charset="0"/>
              <a:cs typeface="Times New Roman" panose="02020603050405020304" pitchFamily="18" charset="0"/>
            </a:endParaRPr>
          </a:p>
          <a:p>
            <a:pPr marL="0" indent="0" algn="l">
              <a:buNone/>
            </a:pPr>
            <a:r>
              <a:rPr lang="en-US" sz="1900" i="0" dirty="0">
                <a:effectLst/>
                <a:latin typeface="Times New Roman" panose="02020603050405020304" pitchFamily="18" charset="0"/>
                <a:cs typeface="Times New Roman" panose="02020603050405020304" pitchFamily="18" charset="0"/>
              </a:rPr>
              <a:t>7. Iterative Refinement</a:t>
            </a:r>
          </a:p>
          <a:p>
            <a:pPr marL="0" indent="0" algn="l">
              <a:buNone/>
            </a:pPr>
            <a:endParaRPr lang="en-US" sz="1900" dirty="0">
              <a:latin typeface="Times New Roman" panose="02020603050405020304" pitchFamily="18" charset="0"/>
              <a:cs typeface="Times New Roman" panose="02020603050405020304" pitchFamily="18" charset="0"/>
            </a:endParaRPr>
          </a:p>
          <a:p>
            <a:pPr marL="0" indent="0" algn="l">
              <a:buNone/>
            </a:pPr>
            <a:r>
              <a:rPr lang="en-US" sz="1900" i="0" dirty="0">
                <a:effectLst/>
                <a:latin typeface="Times New Roman" panose="02020603050405020304" pitchFamily="18" charset="0"/>
                <a:cs typeface="Times New Roman" panose="02020603050405020304" pitchFamily="18" charset="0"/>
              </a:rPr>
              <a:t>8. Integration and Deployment</a:t>
            </a:r>
            <a:endParaRPr lang="en-IN" sz="1900" dirty="0"/>
          </a:p>
          <a:p>
            <a:pPr marL="0" indent="0">
              <a:buNone/>
            </a:pPr>
            <a:endParaRPr lang="en-US" sz="1900" b="0" i="0" dirty="0">
              <a:effectLst/>
              <a:latin typeface="Times New Roman" panose="02020603050405020304" pitchFamily="18" charset="0"/>
              <a:cs typeface="Times New Roman" panose="02020603050405020304" pitchFamily="18" charset="0"/>
            </a:endParaRPr>
          </a:p>
          <a:p>
            <a:pPr marL="0" indent="0">
              <a:buNone/>
            </a:pPr>
            <a:endParaRPr lang="en-IN" sz="1900"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PROPOSED WORK WITH METHODOLOGY</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2322247"/>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pPr algn="just"/>
            <a:r>
              <a:rPr lang="en-US" sz="2000" b="1" i="0" dirty="0">
                <a:effectLst/>
                <a:latin typeface="Times New Roman" panose="02020603050405020304" pitchFamily="18" charset="0"/>
                <a:cs typeface="Times New Roman" panose="02020603050405020304" pitchFamily="18" charset="0"/>
              </a:rPr>
              <a:t>Software Development Process Model</a:t>
            </a:r>
          </a:p>
          <a:p>
            <a:pPr marL="0" indent="0" algn="just">
              <a:buNone/>
            </a:pPr>
            <a:r>
              <a:rPr lang="en-US" sz="2000" b="0" i="0" dirty="0">
                <a:effectLst/>
                <a:latin typeface="Times New Roman" panose="02020603050405020304" pitchFamily="18" charset="0"/>
                <a:cs typeface="Times New Roman" panose="02020603050405020304" pitchFamily="18" charset="0"/>
              </a:rPr>
              <a:t>Incremental Model, characterized by the gradual addition of features and functionality over time. This model suits the project's nature as a chat analyzer, allowing for the iterative enhancement of text analysis capabilities, graphical representations, and user interface improvements with each increment. The incremental approach aligns well with the project's evolution as new features are added to enhance its functionality and usability.</a:t>
            </a:r>
          </a:p>
          <a:p>
            <a:pPr marL="0" indent="0" algn="just">
              <a:buNone/>
            </a:pPr>
            <a:endParaRPr lang="en-US" sz="2000" b="0" i="0" dirty="0">
              <a:effectLst/>
              <a:latin typeface="Times New Roman" panose="02020603050405020304" pitchFamily="18" charset="0"/>
              <a:cs typeface="Times New Roman" panose="02020603050405020304" pitchFamily="18" charset="0"/>
            </a:endParaRPr>
          </a:p>
          <a:p>
            <a:pPr algn="just"/>
            <a:r>
              <a:rPr lang="en-US" sz="2000" b="1" i="0" dirty="0">
                <a:effectLst/>
                <a:latin typeface="Times New Roman" panose="02020603050405020304" pitchFamily="18" charset="0"/>
                <a:cs typeface="Times New Roman" panose="02020603050405020304" pitchFamily="18" charset="0"/>
              </a:rPr>
              <a:t>Data Objects Identification</a:t>
            </a:r>
          </a:p>
          <a:p>
            <a:pPr marL="0" indent="0" algn="just">
              <a:buNone/>
            </a:pPr>
            <a:r>
              <a:rPr lang="en-US" sz="2000" dirty="0">
                <a:latin typeface="Times New Roman" panose="02020603050405020304" pitchFamily="18" charset="0"/>
                <a:cs typeface="Times New Roman" panose="02020603050405020304" pitchFamily="18" charset="0"/>
              </a:rPr>
              <a:t>Data objects include messages, chat participants, timestamps, and analysis results, with attributes such as message content, sender, and time sent. Relationships involve associations between messages and participants, timestamps, or analysis outcomes. </a:t>
            </a:r>
            <a:endParaRPr lang="en-IN" sz="2000"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a:latin typeface="Times New Roman" panose="02020603050405020304" pitchFamily="18" charset="0"/>
                <a:cs typeface="Times New Roman" panose="02020603050405020304" pitchFamily="18" charset="0"/>
              </a:rPr>
              <a:t>MODELING</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8293228"/>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pPr algn="just"/>
            <a:r>
              <a:rPr lang="en-US" sz="2000" b="1" i="0" dirty="0">
                <a:effectLst/>
                <a:latin typeface="Times New Roman" panose="02020603050405020304" pitchFamily="18" charset="0"/>
                <a:cs typeface="Times New Roman" panose="02020603050405020304" pitchFamily="18" charset="0"/>
              </a:rPr>
              <a:t>Matching Objects with Classes</a:t>
            </a:r>
          </a:p>
          <a:p>
            <a:pPr marL="0" indent="0" algn="just">
              <a:buNone/>
            </a:pPr>
            <a:r>
              <a:rPr lang="en-US" sz="2000" b="0" i="0" dirty="0">
                <a:effectLst/>
                <a:latin typeface="Times New Roman" panose="02020603050405020304" pitchFamily="18" charset="0"/>
                <a:cs typeface="Times New Roman" panose="02020603050405020304" pitchFamily="18" charset="0"/>
              </a:rPr>
              <a:t>Classes for message parsing responsible for extracting information from chat logs, classes for statistical analysis computing metrics like message frequency or sentiment, and classes for visualization rendering graphs or charts based on analysis results.</a:t>
            </a:r>
          </a:p>
          <a:p>
            <a:pPr algn="just"/>
            <a:endParaRPr lang="en-US" sz="2000" b="0" i="0" dirty="0">
              <a:effectLst/>
              <a:latin typeface="Times New Roman" panose="02020603050405020304" pitchFamily="18" charset="0"/>
              <a:cs typeface="Times New Roman" panose="02020603050405020304" pitchFamily="18" charset="0"/>
            </a:endParaRPr>
          </a:p>
          <a:p>
            <a:pPr algn="just"/>
            <a:r>
              <a:rPr lang="en-US" sz="2000" b="1" i="0" dirty="0">
                <a:effectLst/>
                <a:latin typeface="Times New Roman" panose="02020603050405020304" pitchFamily="18" charset="0"/>
                <a:cs typeface="Times New Roman" panose="02020603050405020304" pitchFamily="18" charset="0"/>
              </a:rPr>
              <a:t>Requirement Analysis and Modeling</a:t>
            </a:r>
          </a:p>
          <a:p>
            <a:pPr marL="0" indent="0" algn="just">
              <a:buNone/>
            </a:pPr>
            <a:r>
              <a:rPr lang="en-US" sz="2000" b="0" i="0" dirty="0">
                <a:effectLst/>
                <a:latin typeface="Times New Roman" panose="02020603050405020304" pitchFamily="18" charset="0"/>
                <a:cs typeface="Times New Roman" panose="02020603050405020304" pitchFamily="18" charset="0"/>
              </a:rPr>
              <a:t>Use case diagrams which illustrate functionalities like importing chat logs, performing analysis, and generating reports, while activity diagrams detail the workflow of analyzing a chat log, from parsing messages to displaying results.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b="0" i="0" dirty="0">
              <a:effectLst/>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MODELING</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1683688"/>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pPr algn="just"/>
            <a:r>
              <a:rPr lang="en-US" sz="2000" b="1" i="0" dirty="0">
                <a:effectLst/>
                <a:latin typeface="Times New Roman" panose="02020603050405020304" pitchFamily="18" charset="0"/>
                <a:cs typeface="Times New Roman" panose="02020603050405020304" pitchFamily="18" charset="0"/>
              </a:rPr>
              <a:t>Requirement Analysis and Modeling</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b="0" i="0" dirty="0">
              <a:effectLst/>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MODELING</a:t>
            </a:r>
            <a:endParaRPr lang="en-IN" altLang="en-US"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E1B280F-20B9-EB08-72BA-7476D86C6174}"/>
              </a:ext>
            </a:extLst>
          </p:cNvPr>
          <p:cNvPicPr>
            <a:picLocks noChangeAspect="1"/>
          </p:cNvPicPr>
          <p:nvPr/>
        </p:nvPicPr>
        <p:blipFill>
          <a:blip r:embed="rId2"/>
          <a:stretch>
            <a:fillRect/>
          </a:stretch>
        </p:blipFill>
        <p:spPr>
          <a:xfrm>
            <a:off x="604800" y="1855800"/>
            <a:ext cx="8344800" cy="4373909"/>
          </a:xfrm>
          <a:prstGeom prst="rect">
            <a:avLst/>
          </a:prstGeom>
        </p:spPr>
      </p:pic>
      <p:sp>
        <p:nvSpPr>
          <p:cNvPr id="12" name="TextBox 11">
            <a:extLst>
              <a:ext uri="{FF2B5EF4-FFF2-40B4-BE49-F238E27FC236}">
                <a16:creationId xmlns:a16="http://schemas.microsoft.com/office/drawing/2014/main" id="{15635CCE-4FDD-EC73-654A-F9B06039F607}"/>
              </a:ext>
            </a:extLst>
          </p:cNvPr>
          <p:cNvSpPr txBox="1"/>
          <p:nvPr/>
        </p:nvSpPr>
        <p:spPr>
          <a:xfrm>
            <a:off x="3169800" y="6342868"/>
            <a:ext cx="2804400" cy="369332"/>
          </a:xfrm>
          <a:prstGeom prst="rect">
            <a:avLst/>
          </a:prstGeom>
          <a:noFill/>
        </p:spPr>
        <p:txBody>
          <a:bodyPr wrap="square" rtlCol="0">
            <a:spAutoFit/>
          </a:bodyPr>
          <a:lstStyle/>
          <a:p>
            <a:r>
              <a:rPr lang="en-US" dirty="0"/>
              <a:t>Fig.1: Use Case Model</a:t>
            </a:r>
            <a:endParaRPr lang="en-IN" dirty="0"/>
          </a:p>
        </p:txBody>
      </p:sp>
    </p:spTree>
    <p:extLst>
      <p:ext uri="{BB962C8B-B14F-4D97-AF65-F5344CB8AC3E}">
        <p14:creationId xmlns:p14="http://schemas.microsoft.com/office/powerpoint/2010/main" val="3404296515"/>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36B50B-2094-549B-46AA-37F01780C297}"/>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MODELING</a:t>
            </a:r>
            <a:endParaRPr lang="en-IN" altLang="en-US" sz="28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204CE72-A3EE-8198-0665-B73FDEC44950}"/>
              </a:ext>
            </a:extLst>
          </p:cNvPr>
          <p:cNvSpPr txBox="1"/>
          <p:nvPr/>
        </p:nvSpPr>
        <p:spPr>
          <a:xfrm>
            <a:off x="3340800" y="6342868"/>
            <a:ext cx="2462400" cy="369332"/>
          </a:xfrm>
          <a:prstGeom prst="rect">
            <a:avLst/>
          </a:prstGeom>
          <a:noFill/>
        </p:spPr>
        <p:txBody>
          <a:bodyPr wrap="square" rtlCol="0">
            <a:spAutoFit/>
          </a:bodyPr>
          <a:lstStyle/>
          <a:p>
            <a:r>
              <a:rPr lang="en-US" dirty="0"/>
              <a:t>Fig.2: Activity Diagram</a:t>
            </a:r>
            <a:endParaRPr lang="en-IN" dirty="0"/>
          </a:p>
        </p:txBody>
      </p:sp>
      <p:pic>
        <p:nvPicPr>
          <p:cNvPr id="14" name="Picture 13">
            <a:extLst>
              <a:ext uri="{FF2B5EF4-FFF2-40B4-BE49-F238E27FC236}">
                <a16:creationId xmlns:a16="http://schemas.microsoft.com/office/drawing/2014/main" id="{C76506C7-64FF-40A1-F507-0DC9EDF68785}"/>
              </a:ext>
            </a:extLst>
          </p:cNvPr>
          <p:cNvPicPr>
            <a:picLocks noChangeAspect="1"/>
          </p:cNvPicPr>
          <p:nvPr/>
        </p:nvPicPr>
        <p:blipFill>
          <a:blip r:embed="rId2"/>
          <a:stretch>
            <a:fillRect/>
          </a:stretch>
        </p:blipFill>
        <p:spPr>
          <a:xfrm>
            <a:off x="194400" y="1308600"/>
            <a:ext cx="4240800" cy="5048090"/>
          </a:xfrm>
          <a:prstGeom prst="rect">
            <a:avLst/>
          </a:prstGeom>
        </p:spPr>
      </p:pic>
      <p:pic>
        <p:nvPicPr>
          <p:cNvPr id="16" name="Picture 15">
            <a:extLst>
              <a:ext uri="{FF2B5EF4-FFF2-40B4-BE49-F238E27FC236}">
                <a16:creationId xmlns:a16="http://schemas.microsoft.com/office/drawing/2014/main" id="{D495DFE3-B76C-2B78-91EA-B10DAEB5BD9B}"/>
              </a:ext>
            </a:extLst>
          </p:cNvPr>
          <p:cNvPicPr>
            <a:picLocks noChangeAspect="1"/>
          </p:cNvPicPr>
          <p:nvPr/>
        </p:nvPicPr>
        <p:blipFill>
          <a:blip r:embed="rId3"/>
          <a:stretch>
            <a:fillRect/>
          </a:stretch>
        </p:blipFill>
        <p:spPr>
          <a:xfrm>
            <a:off x="4708800" y="1308600"/>
            <a:ext cx="4240800" cy="5047808"/>
          </a:xfrm>
          <a:prstGeom prst="rect">
            <a:avLst/>
          </a:prstGeom>
        </p:spPr>
      </p:pic>
    </p:spTree>
    <p:extLst>
      <p:ext uri="{BB962C8B-B14F-4D97-AF65-F5344CB8AC3E}">
        <p14:creationId xmlns:p14="http://schemas.microsoft.com/office/powerpoint/2010/main" val="39379600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pPr algn="just"/>
            <a:r>
              <a:rPr lang="en-US" sz="1900" b="1" i="0" dirty="0">
                <a:effectLst/>
                <a:latin typeface="Times New Roman" panose="02020603050405020304" pitchFamily="18" charset="0"/>
                <a:cs typeface="Times New Roman" panose="02020603050405020304" pitchFamily="18" charset="0"/>
              </a:rPr>
              <a:t>System State Transition Diagram</a:t>
            </a:r>
          </a:p>
          <a:p>
            <a:pPr marL="0" indent="0" algn="just">
              <a:buNone/>
            </a:pPr>
            <a:r>
              <a:rPr lang="en-US" sz="1900" dirty="0">
                <a:latin typeface="Times New Roman" panose="02020603050405020304" pitchFamily="18" charset="0"/>
                <a:cs typeface="Times New Roman" panose="02020603050405020304" pitchFamily="18" charset="0"/>
              </a:rPr>
              <a:t>T</a:t>
            </a:r>
            <a:r>
              <a:rPr lang="en-US" sz="1900" b="0" i="0" dirty="0">
                <a:effectLst/>
                <a:latin typeface="Times New Roman" panose="02020603050405020304" pitchFamily="18" charset="0"/>
                <a:cs typeface="Times New Roman" panose="02020603050405020304" pitchFamily="18" charset="0"/>
              </a:rPr>
              <a:t>he system transition from the "Idle" state to "Parsing Chat Log" upon user request to import a chat log file, and then transition to "Analyzing Data" once the parsing is complete. The state transition diagram provide a visual representation of these state changes and the events triggering them, aiding in understanding the system's behavior and flow. </a:t>
            </a:r>
          </a:p>
          <a:p>
            <a:pPr marL="0" indent="0" algn="just">
              <a:buNone/>
            </a:pPr>
            <a:endParaRPr lang="en-US" sz="1900" b="0" i="0" dirty="0">
              <a:effectLst/>
              <a:latin typeface="Times New Roman" panose="02020603050405020304" pitchFamily="18" charset="0"/>
              <a:cs typeface="Times New Roman" panose="02020603050405020304" pitchFamily="18" charset="0"/>
            </a:endParaRPr>
          </a:p>
          <a:p>
            <a:pPr algn="just"/>
            <a:r>
              <a:rPr lang="en-US" sz="1900" b="1" i="0" dirty="0">
                <a:effectLst/>
                <a:latin typeface="Times New Roman" panose="02020603050405020304" pitchFamily="18" charset="0"/>
                <a:cs typeface="Times New Roman" panose="02020603050405020304" pitchFamily="18" charset="0"/>
              </a:rPr>
              <a:t>Mathematical Model</a:t>
            </a:r>
          </a:p>
          <a:p>
            <a:pPr marL="0" indent="0" algn="just">
              <a:buNone/>
            </a:pPr>
            <a:r>
              <a:rPr lang="en-US" sz="1900" dirty="0">
                <a:latin typeface="Times New Roman" panose="02020603050405020304" pitchFamily="18" charset="0"/>
                <a:cs typeface="Times New Roman" panose="02020603050405020304" pitchFamily="18" charset="0"/>
              </a:rPr>
              <a:t>By utilizing various mathematical techniques and algorithms, such as natural language processing and data visualization, the model aims to uncover patterns, trends, and key information within the chat data. The design of the project implies a user-friendly interface that allows users to input their WhatsApp chat exports and obtain comprehensive analyses, including word frequency, sentiment analysis, and participant activity metrics. Ultimately, the goal of the project seems to be enhancing users' understanding of their communication habits and dynamics within their WhatsApp groups or individual chats, facilitating reflection and potentially improving communication strategies.</a:t>
            </a:r>
            <a:endParaRPr lang="en-IN" sz="1900"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MODELING</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3710151"/>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r>
              <a:rPr lang="en-US" sz="1900" b="1" i="0" dirty="0">
                <a:effectLst/>
                <a:latin typeface="Times New Roman" panose="02020603050405020304" pitchFamily="18" charset="0"/>
                <a:cs typeface="Times New Roman" panose="02020603050405020304" pitchFamily="18" charset="0"/>
              </a:rPr>
              <a:t>System State Transition Diagram</a:t>
            </a: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MODELING</a:t>
            </a:r>
            <a:endParaRPr lang="en-IN" altLang="en-US"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673BFD1-1E29-33AF-5C20-327890B3BBD1}"/>
              </a:ext>
            </a:extLst>
          </p:cNvPr>
          <p:cNvPicPr>
            <a:picLocks noChangeAspect="1"/>
          </p:cNvPicPr>
          <p:nvPr/>
        </p:nvPicPr>
        <p:blipFill>
          <a:blip r:embed="rId2"/>
          <a:stretch>
            <a:fillRect/>
          </a:stretch>
        </p:blipFill>
        <p:spPr>
          <a:xfrm>
            <a:off x="1870199" y="1838702"/>
            <a:ext cx="5403600" cy="4496097"/>
          </a:xfrm>
          <a:prstGeom prst="rect">
            <a:avLst/>
          </a:prstGeom>
        </p:spPr>
      </p:pic>
      <p:sp>
        <p:nvSpPr>
          <p:cNvPr id="6" name="TextBox 5">
            <a:extLst>
              <a:ext uri="{FF2B5EF4-FFF2-40B4-BE49-F238E27FC236}">
                <a16:creationId xmlns:a16="http://schemas.microsoft.com/office/drawing/2014/main" id="{B6E6AE24-BAA7-A7DB-5136-B11E6C27AD55}"/>
              </a:ext>
            </a:extLst>
          </p:cNvPr>
          <p:cNvSpPr txBox="1"/>
          <p:nvPr/>
        </p:nvSpPr>
        <p:spPr>
          <a:xfrm>
            <a:off x="2451599" y="6334799"/>
            <a:ext cx="4240800" cy="369332"/>
          </a:xfrm>
          <a:prstGeom prst="rect">
            <a:avLst/>
          </a:prstGeom>
          <a:noFill/>
        </p:spPr>
        <p:txBody>
          <a:bodyPr wrap="square" rtlCol="0">
            <a:spAutoFit/>
          </a:bodyPr>
          <a:lstStyle/>
          <a:p>
            <a:r>
              <a:rPr lang="en-US" dirty="0"/>
              <a:t>Fig.3: System State Transition </a:t>
            </a:r>
            <a:r>
              <a:rPr lang="en-US" dirty="0" err="1"/>
              <a:t>Diiagram</a:t>
            </a:r>
            <a:endParaRPr lang="en-IN" dirty="0"/>
          </a:p>
        </p:txBody>
      </p:sp>
    </p:spTree>
    <p:extLst>
      <p:ext uri="{BB962C8B-B14F-4D97-AF65-F5344CB8AC3E}">
        <p14:creationId xmlns:p14="http://schemas.microsoft.com/office/powerpoint/2010/main" val="938615110"/>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pPr algn="just"/>
            <a:r>
              <a:rPr lang="en-US" sz="1800" b="1" i="0" dirty="0">
                <a:effectLst/>
                <a:latin typeface="Times New Roman" panose="02020603050405020304" pitchFamily="18" charset="0"/>
                <a:cs typeface="Times New Roman" panose="02020603050405020304" pitchFamily="18" charset="0"/>
              </a:rPr>
              <a:t>Interface and Functional Dependencies</a:t>
            </a:r>
          </a:p>
          <a:p>
            <a:pPr marL="0" indent="0" algn="just">
              <a:buNone/>
            </a:pPr>
            <a:r>
              <a:rPr lang="en-US" sz="1800" dirty="0">
                <a:latin typeface="Times New Roman" panose="02020603050405020304" pitchFamily="18" charset="0"/>
                <a:cs typeface="Times New Roman" panose="02020603050405020304" pitchFamily="18" charset="0"/>
              </a:rPr>
              <a:t>Modules for data preprocessing, text analysis, and visualization are clearly delineated within the repository. Functional dependencies are also described through comments and documentation within the codebase, indicating how different modules interact and rely on each other to accomplish tasks. For example, the preprocessing module may depend on external libraries for text cleaning and tokenization, while the visualization module may rely on data generated from the analysis module to create meaningful visual representations of the chat data. These dependencies help ensure modularity and maintainability within the project, enabling easier debugging, testing, and future enhancements.</a:t>
            </a:r>
          </a:p>
          <a:p>
            <a:pPr marL="0" indent="0" algn="just">
              <a:buNone/>
            </a:pPr>
            <a:endParaRPr lang="en-US" sz="1800" b="0" i="0" dirty="0">
              <a:effectLst/>
              <a:latin typeface="Times New Roman" panose="02020603050405020304" pitchFamily="18" charset="0"/>
              <a:cs typeface="Times New Roman" panose="02020603050405020304" pitchFamily="18" charset="0"/>
            </a:endParaRPr>
          </a:p>
          <a:p>
            <a:pPr algn="just"/>
            <a:r>
              <a:rPr lang="en-US" sz="1800" b="1" i="0" dirty="0">
                <a:effectLst/>
                <a:latin typeface="Times New Roman" panose="02020603050405020304" pitchFamily="18" charset="0"/>
                <a:cs typeface="Times New Roman" panose="02020603050405020304" pitchFamily="18" charset="0"/>
              </a:rPr>
              <a:t>Architectural Model</a:t>
            </a:r>
          </a:p>
          <a:p>
            <a:pPr marL="0" indent="0" algn="just">
              <a:buNone/>
            </a:pPr>
            <a:r>
              <a:rPr lang="en-US" sz="1800" dirty="0">
                <a:latin typeface="Times New Roman" panose="02020603050405020304" pitchFamily="18" charset="0"/>
                <a:cs typeface="Times New Roman" panose="02020603050405020304" pitchFamily="18" charset="0"/>
              </a:rPr>
              <a:t>The project supports a layered architectural model. It comprises distinct layers for data preprocessing, analysis, and visualization, facilitating modular development and independent updates within each layer for scalability and maintainability. For example, updates to the data preprocessing layer, such as incorporating new cleaning techniques or handling different input formats, can be implemented independently without affecting the analysis or visualization layers.</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MODELING</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5933145"/>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r>
              <a:rPr lang="en-US" sz="2000" b="1" i="0" dirty="0">
                <a:effectLst/>
                <a:latin typeface="Times New Roman" panose="02020603050405020304" pitchFamily="18" charset="0"/>
                <a:cs typeface="Times New Roman" panose="02020603050405020304" pitchFamily="18" charset="0"/>
              </a:rPr>
              <a:t>Architectural Model</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MODELING</a:t>
            </a:r>
            <a:endParaRPr lang="en-IN" altLang="en-US"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15C0BD6-36D4-FC80-1EA9-64900BE30C95}"/>
              </a:ext>
            </a:extLst>
          </p:cNvPr>
          <p:cNvPicPr>
            <a:picLocks noChangeAspect="1"/>
          </p:cNvPicPr>
          <p:nvPr/>
        </p:nvPicPr>
        <p:blipFill>
          <a:blip r:embed="rId2"/>
          <a:stretch>
            <a:fillRect/>
          </a:stretch>
        </p:blipFill>
        <p:spPr>
          <a:xfrm>
            <a:off x="468000" y="1855800"/>
            <a:ext cx="8481600" cy="4500882"/>
          </a:xfrm>
          <a:prstGeom prst="rect">
            <a:avLst/>
          </a:prstGeom>
        </p:spPr>
      </p:pic>
      <p:sp>
        <p:nvSpPr>
          <p:cNvPr id="6" name="TextBox 5">
            <a:extLst>
              <a:ext uri="{FF2B5EF4-FFF2-40B4-BE49-F238E27FC236}">
                <a16:creationId xmlns:a16="http://schemas.microsoft.com/office/drawing/2014/main" id="{41B7B939-06F7-68F8-23C9-8B00CF35F244}"/>
              </a:ext>
            </a:extLst>
          </p:cNvPr>
          <p:cNvSpPr txBox="1"/>
          <p:nvPr/>
        </p:nvSpPr>
        <p:spPr>
          <a:xfrm>
            <a:off x="3067199" y="6356682"/>
            <a:ext cx="3009601" cy="369332"/>
          </a:xfrm>
          <a:prstGeom prst="rect">
            <a:avLst/>
          </a:prstGeom>
          <a:noFill/>
        </p:spPr>
        <p:txBody>
          <a:bodyPr wrap="square" rtlCol="0">
            <a:spAutoFit/>
          </a:bodyPr>
          <a:lstStyle/>
          <a:p>
            <a:r>
              <a:rPr lang="en-US" dirty="0"/>
              <a:t>Fig.4: Architecture Diagram</a:t>
            </a:r>
            <a:endParaRPr lang="en-IN" dirty="0"/>
          </a:p>
        </p:txBody>
      </p:sp>
    </p:spTree>
    <p:extLst>
      <p:ext uri="{BB962C8B-B14F-4D97-AF65-F5344CB8AC3E}">
        <p14:creationId xmlns:p14="http://schemas.microsoft.com/office/powerpoint/2010/main" val="1318058019"/>
      </p:ext>
    </p:extLst>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pPr algn="just"/>
            <a:r>
              <a:rPr lang="en-US" sz="2000" b="1" i="0" dirty="0">
                <a:effectLst/>
                <a:latin typeface="Times New Roman" panose="02020603050405020304" pitchFamily="18" charset="0"/>
                <a:cs typeface="Times New Roman" panose="02020603050405020304" pitchFamily="18" charset="0"/>
              </a:rPr>
              <a:t>Deployment Diagram</a:t>
            </a:r>
          </a:p>
          <a:p>
            <a:pPr marL="0" indent="0" algn="just">
              <a:buNone/>
            </a:pPr>
            <a:r>
              <a:rPr lang="en-US" sz="2000" dirty="0">
                <a:latin typeface="Times New Roman" panose="02020603050405020304" pitchFamily="18" charset="0"/>
                <a:cs typeface="Times New Roman" panose="02020603050405020304" pitchFamily="18" charset="0"/>
              </a:rPr>
              <a:t>Each layer of the architecture would correspond to different components or services deployed in the system, such as the preprocessing, analysis, and visualization modules. These components deployed across various servers or platforms, depending on factors like scalability requirements and resource constraints.</a:t>
            </a:r>
          </a:p>
          <a:p>
            <a:pPr marL="0" indent="0" algn="just">
              <a:buNone/>
            </a:pPr>
            <a:endParaRPr lang="en-US" sz="2000" b="0" i="0" dirty="0">
              <a:effectLst/>
              <a:latin typeface="Times New Roman" panose="02020603050405020304" pitchFamily="18" charset="0"/>
              <a:cs typeface="Times New Roman" panose="02020603050405020304" pitchFamily="18" charset="0"/>
            </a:endParaRPr>
          </a:p>
          <a:p>
            <a:pPr marL="0" indent="0" algn="just">
              <a:buNone/>
            </a:pPr>
            <a:endParaRPr lang="en-US" sz="2000" b="1" i="0" dirty="0">
              <a:effectLst/>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MODELING</a:t>
            </a:r>
            <a:endParaRPr lang="en-IN" altLang="en-US"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55F4B27-5438-A570-2F59-05589F01BA8F}"/>
              </a:ext>
            </a:extLst>
          </p:cNvPr>
          <p:cNvPicPr>
            <a:picLocks noChangeAspect="1"/>
          </p:cNvPicPr>
          <p:nvPr/>
        </p:nvPicPr>
        <p:blipFill>
          <a:blip r:embed="rId2"/>
          <a:stretch>
            <a:fillRect/>
          </a:stretch>
        </p:blipFill>
        <p:spPr>
          <a:xfrm>
            <a:off x="2656800" y="3155400"/>
            <a:ext cx="4103999" cy="3244363"/>
          </a:xfrm>
          <a:prstGeom prst="rect">
            <a:avLst/>
          </a:prstGeom>
        </p:spPr>
      </p:pic>
      <p:sp>
        <p:nvSpPr>
          <p:cNvPr id="6" name="TextBox 5">
            <a:extLst>
              <a:ext uri="{FF2B5EF4-FFF2-40B4-BE49-F238E27FC236}">
                <a16:creationId xmlns:a16="http://schemas.microsoft.com/office/drawing/2014/main" id="{1CA65452-A58A-2C41-0E2C-184AC342FD74}"/>
              </a:ext>
            </a:extLst>
          </p:cNvPr>
          <p:cNvSpPr txBox="1"/>
          <p:nvPr/>
        </p:nvSpPr>
        <p:spPr>
          <a:xfrm>
            <a:off x="3067199" y="6342868"/>
            <a:ext cx="3009601" cy="369332"/>
          </a:xfrm>
          <a:prstGeom prst="rect">
            <a:avLst/>
          </a:prstGeom>
          <a:noFill/>
        </p:spPr>
        <p:txBody>
          <a:bodyPr wrap="square" rtlCol="0">
            <a:spAutoFit/>
          </a:bodyPr>
          <a:lstStyle/>
          <a:p>
            <a:r>
              <a:rPr lang="en-US" dirty="0"/>
              <a:t>Fig.5: Deployment Diagram</a:t>
            </a:r>
            <a:endParaRPr lang="en-IN" dirty="0"/>
          </a:p>
        </p:txBody>
      </p:sp>
    </p:spTree>
    <p:extLst>
      <p:ext uri="{BB962C8B-B14F-4D97-AF65-F5344CB8AC3E}">
        <p14:creationId xmlns:p14="http://schemas.microsoft.com/office/powerpoint/2010/main" val="492179031"/>
      </p:ext>
    </p:extLst>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r>
              <a:rPr lang="en-US" sz="2000" b="1" i="0" dirty="0">
                <a:effectLst/>
                <a:latin typeface="Times New Roman" panose="02020603050405020304" pitchFamily="18" charset="0"/>
                <a:cs typeface="Times New Roman" panose="02020603050405020304" pitchFamily="18" charset="0"/>
              </a:rPr>
              <a:t>Component Diagram</a:t>
            </a:r>
          </a:p>
          <a:p>
            <a:pPr marL="0" indent="0">
              <a:buNone/>
            </a:pPr>
            <a:endParaRPr lang="en-US" sz="2000" b="0" i="0" dirty="0">
              <a:effectLst/>
              <a:latin typeface="Times New Roman" panose="02020603050405020304" pitchFamily="18" charset="0"/>
              <a:cs typeface="Times New Roman" panose="02020603050405020304" pitchFamily="18" charset="0"/>
            </a:endParaRPr>
          </a:p>
          <a:p>
            <a:pPr marL="0" indent="0">
              <a:buNone/>
            </a:pPr>
            <a:endParaRPr lang="en-US" sz="2000" b="1" i="0" dirty="0">
              <a:effectLst/>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MODELING</a:t>
            </a:r>
            <a:endParaRPr lang="en-IN" altLang="en-US"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E3492A2-F4C9-FAA2-D630-D848198FB8A5}"/>
              </a:ext>
            </a:extLst>
          </p:cNvPr>
          <p:cNvPicPr>
            <a:picLocks noChangeAspect="1"/>
          </p:cNvPicPr>
          <p:nvPr/>
        </p:nvPicPr>
        <p:blipFill>
          <a:blip r:embed="rId2"/>
          <a:stretch>
            <a:fillRect/>
          </a:stretch>
        </p:blipFill>
        <p:spPr>
          <a:xfrm>
            <a:off x="2451600" y="1855799"/>
            <a:ext cx="4240798" cy="4487069"/>
          </a:xfrm>
          <a:prstGeom prst="rect">
            <a:avLst/>
          </a:prstGeom>
        </p:spPr>
      </p:pic>
      <p:sp>
        <p:nvSpPr>
          <p:cNvPr id="6" name="TextBox 5">
            <a:extLst>
              <a:ext uri="{FF2B5EF4-FFF2-40B4-BE49-F238E27FC236}">
                <a16:creationId xmlns:a16="http://schemas.microsoft.com/office/drawing/2014/main" id="{28E5D324-4E1D-930B-2B91-C0AEDA56996B}"/>
              </a:ext>
            </a:extLst>
          </p:cNvPr>
          <p:cNvSpPr txBox="1"/>
          <p:nvPr/>
        </p:nvSpPr>
        <p:spPr>
          <a:xfrm>
            <a:off x="3067199" y="6342868"/>
            <a:ext cx="3009601" cy="369332"/>
          </a:xfrm>
          <a:prstGeom prst="rect">
            <a:avLst/>
          </a:prstGeom>
          <a:noFill/>
        </p:spPr>
        <p:txBody>
          <a:bodyPr wrap="square" rtlCol="0">
            <a:spAutoFit/>
          </a:bodyPr>
          <a:lstStyle/>
          <a:p>
            <a:r>
              <a:rPr lang="en-US" dirty="0"/>
              <a:t>Fig.6: Component Diagram</a:t>
            </a:r>
            <a:endParaRPr lang="en-IN" dirty="0"/>
          </a:p>
        </p:txBody>
      </p:sp>
    </p:spTree>
    <p:extLst>
      <p:ext uri="{BB962C8B-B14F-4D97-AF65-F5344CB8AC3E}">
        <p14:creationId xmlns:p14="http://schemas.microsoft.com/office/powerpoint/2010/main" val="3661067817"/>
      </p:ext>
    </p:extLst>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pPr algn="just"/>
            <a:r>
              <a:rPr lang="en-US" sz="1800" b="1" dirty="0">
                <a:latin typeface="Times New Roman" panose="02020603050405020304" pitchFamily="18" charset="0"/>
                <a:cs typeface="Times New Roman" panose="02020603050405020304" pitchFamily="18" charset="0"/>
              </a:rPr>
              <a:t>Code Implementation vs. Design</a:t>
            </a:r>
          </a:p>
          <a:p>
            <a:pPr marL="0" indent="0" algn="just">
              <a:buNone/>
            </a:pPr>
            <a:r>
              <a:rPr lang="en-US" sz="1800" dirty="0">
                <a:latin typeface="Times New Roman" panose="02020603050405020304" pitchFamily="18" charset="0"/>
                <a:cs typeface="Times New Roman" panose="02020603050405020304" pitchFamily="18" charset="0"/>
              </a:rPr>
              <a:t>The project appears to effectively implement the design by providing functionalities to parse and analyze WhatsApp chat data. Upon running the software with a sample chat log, such as a conversation between friends discussing weekend plans, the system accurately extracts message content, timestamps, and participant information. It then generates insightful visualizations, such as graphs depicting message frequency over time or word clouds highlighting frequently used words. Users can further explore the data through interactive features, like filtering messages by sender or keyword search. </a:t>
            </a:r>
          </a:p>
          <a:p>
            <a:pPr algn="just"/>
            <a:r>
              <a:rPr lang="en-US" sz="1800" b="1" dirty="0">
                <a:latin typeface="Times New Roman" panose="02020603050405020304" pitchFamily="18" charset="0"/>
                <a:cs typeface="Times New Roman" panose="02020603050405020304" pitchFamily="18" charset="0"/>
              </a:rPr>
              <a:t>Coding Standards Compliance</a:t>
            </a:r>
          </a:p>
          <a:p>
            <a:pPr marL="0" indent="0" algn="just">
              <a:buNone/>
            </a:pPr>
            <a:r>
              <a:rPr lang="en-US" sz="1800" dirty="0">
                <a:latin typeface="Times New Roman" panose="02020603050405020304" pitchFamily="18" charset="0"/>
                <a:cs typeface="Times New Roman" panose="02020603050405020304" pitchFamily="18" charset="0"/>
              </a:rPr>
              <a:t>The Python scripts demonstrate consistent PEP 8 formatting conventions, with well-structured functions and classes. Variable names are descriptive and follow </a:t>
            </a:r>
            <a:r>
              <a:rPr lang="en-US" sz="1800" dirty="0" err="1">
                <a:latin typeface="Times New Roman" panose="02020603050405020304" pitchFamily="18" charset="0"/>
                <a:cs typeface="Times New Roman" panose="02020603050405020304" pitchFamily="18" charset="0"/>
              </a:rPr>
              <a:t>snake_case</a:t>
            </a:r>
            <a:r>
              <a:rPr lang="en-US" sz="1800" dirty="0">
                <a:latin typeface="Times New Roman" panose="02020603050405020304" pitchFamily="18" charset="0"/>
                <a:cs typeface="Times New Roman" panose="02020603050405020304" pitchFamily="18" charset="0"/>
              </a:rPr>
              <a:t> notation, enhancing code readability. Comments are utilized effectively to document complex sections of code and provide clarity on the purpose of functions and methods. Moreover, the project incorporates modularization, separating functionalities into distinct modules for parsing, analysis, and visualization, which promotes code reusability and maintainability. While there may be minor instances where adherence to coding standards could be improved, overall, the project demonstrates a commendable effort to maintain clean and organized code.</a:t>
            </a: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CODING / IMPLEMENTATION</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8369221"/>
      </p:ext>
    </p:extLst>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pPr algn="just"/>
            <a:r>
              <a:rPr lang="en-US" sz="2000" b="1" dirty="0">
                <a:latin typeface="Times New Roman" panose="02020603050405020304" pitchFamily="18" charset="0"/>
                <a:cs typeface="Times New Roman" panose="02020603050405020304" pitchFamily="18" charset="0"/>
              </a:rPr>
              <a:t>Code Structure and Consistency</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In the project, the code demonstrates a high level of organization with clear separation of concerns into modules. Functions and classes are named descriptively, and the code follows a consistent indentation style and formatting convention throughout. Comments and docstrings are utilized effectively to explain the purpose of various components. Additionally, the project adheres to relevant best practices and includes automated tests to ensure code correctness.</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Implementation of Design Functions</a:t>
            </a:r>
          </a:p>
          <a:p>
            <a:pPr marL="0" indent="0" algn="just">
              <a:buNone/>
            </a:pPr>
            <a:r>
              <a:rPr lang="en-US" sz="2000" dirty="0">
                <a:latin typeface="Times New Roman" panose="02020603050405020304" pitchFamily="18" charset="0"/>
                <a:cs typeface="Times New Roman" panose="02020603050405020304" pitchFamily="18" charset="0"/>
              </a:rPr>
              <a:t>The project outlines functions such as </a:t>
            </a:r>
            <a:r>
              <a:rPr lang="en-US" sz="2000" dirty="0" err="1">
                <a:latin typeface="Times New Roman" panose="02020603050405020304" pitchFamily="18" charset="0"/>
                <a:cs typeface="Times New Roman" panose="02020603050405020304" pitchFamily="18" charset="0"/>
              </a:rPr>
              <a:t>parse_message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analyze_sentiment</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generate_report</a:t>
            </a:r>
            <a:r>
              <a:rPr lang="en-US" sz="2000" dirty="0">
                <a:latin typeface="Times New Roman" panose="02020603050405020304" pitchFamily="18" charset="0"/>
                <a:cs typeface="Times New Roman" panose="02020603050405020304" pitchFamily="18" charset="0"/>
              </a:rPr>
              <a:t>. </a:t>
            </a: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CODING / IMPLEMENTATION</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3292398"/>
      </p:ext>
    </p:extLst>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pPr algn="just"/>
            <a:r>
              <a:rPr lang="en-US" sz="2000" b="1" dirty="0">
                <a:latin typeface="Times New Roman" panose="02020603050405020304" pitchFamily="18" charset="0"/>
                <a:cs typeface="Times New Roman" panose="02020603050405020304" pitchFamily="18" charset="0"/>
              </a:rPr>
              <a:t>Object-Oriented Concepts Usage</a:t>
            </a:r>
          </a:p>
          <a:p>
            <a:pPr marL="0" indent="0" algn="just">
              <a:buNone/>
            </a:pPr>
            <a:r>
              <a:rPr lang="en-US" sz="2000" dirty="0">
                <a:latin typeface="Times New Roman" panose="02020603050405020304" pitchFamily="18" charset="0"/>
                <a:cs typeface="Times New Roman" panose="02020603050405020304" pitchFamily="18" charset="0"/>
              </a:rPr>
              <a:t>In the project, object-oriented concepts are utilized through classes like Message, which encapsulates message data such as sender, timestamp, and content, along with methods for sentiment analysis and keyword extraction. These classes enable a modular and reusable approach to handling message data and analysis tasks within the codebase.</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Granularity Support</a:t>
            </a:r>
          </a:p>
          <a:p>
            <a:pPr marL="0" indent="0" algn="just">
              <a:buNone/>
            </a:pPr>
            <a:r>
              <a:rPr lang="en-US" sz="2000" dirty="0">
                <a:latin typeface="Times New Roman" panose="02020603050405020304" pitchFamily="18" charset="0"/>
                <a:cs typeface="Times New Roman" panose="02020603050405020304" pitchFamily="18" charset="0"/>
              </a:rPr>
              <a:t>Granularity in the project entail offering customizable analysis options such as sentiment analysis, keyword extraction, and message statistics, allowing users to select and configure analyses according to their needs, thereby enhancing flexibility and usability.</a:t>
            </a: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CODING / IMPLEMENTATION</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3047460"/>
      </p:ext>
    </p:extLst>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pPr algn="just"/>
            <a:r>
              <a:rPr lang="en-US" sz="1900" b="1" dirty="0">
                <a:latin typeface="Times New Roman" panose="02020603050405020304" pitchFamily="18" charset="0"/>
                <a:cs typeface="Times New Roman" panose="02020603050405020304" pitchFamily="18" charset="0"/>
              </a:rPr>
              <a:t>Language Choice and Project Needs</a:t>
            </a:r>
          </a:p>
          <a:p>
            <a:pPr marL="0" indent="0" algn="just">
              <a:buNone/>
            </a:pPr>
            <a:r>
              <a:rPr lang="en-US" sz="1900" dirty="0">
                <a:latin typeface="Times New Roman" panose="02020603050405020304" pitchFamily="18" charset="0"/>
                <a:cs typeface="Times New Roman" panose="02020603050405020304" pitchFamily="18" charset="0"/>
              </a:rPr>
              <a:t>The choice of Python appears to align well with the project's needs. Python's robust libraries for data analysis and visualization, such as Pandas and Matplotlib, are crucial for processing and presenting chat data effectively. Furthermore, Python's simplicity and readability facilitate the development of clear and maintainable code, which is essential for a project focused on parsing and analyzing textual data from chat logs. Additionally, Python's popularity ensures that the project has access to a vast community of developers and resources for support and further development. Therefore, Python seems to be a suitable coding language for implementing the functionalities required by the project.</a:t>
            </a:r>
          </a:p>
          <a:p>
            <a:pPr marL="0" indent="0" algn="just">
              <a:buNone/>
            </a:pPr>
            <a:endParaRPr lang="en-US" sz="1900" dirty="0">
              <a:latin typeface="Times New Roman" panose="02020603050405020304" pitchFamily="18" charset="0"/>
              <a:cs typeface="Times New Roman" panose="02020603050405020304" pitchFamily="18" charset="0"/>
            </a:endParaRPr>
          </a:p>
          <a:p>
            <a:pPr algn="just"/>
            <a:r>
              <a:rPr lang="en-US" sz="1900" b="1" dirty="0">
                <a:latin typeface="Times New Roman" panose="02020603050405020304" pitchFamily="18" charset="0"/>
                <a:cs typeface="Times New Roman" panose="02020603050405020304" pitchFamily="18" charset="0"/>
              </a:rPr>
              <a:t>Off-the-Shelf Components Understanding</a:t>
            </a:r>
          </a:p>
          <a:p>
            <a:pPr marL="0" indent="0" algn="just">
              <a:buNone/>
            </a:pPr>
            <a:r>
              <a:rPr lang="en-US" sz="1900" dirty="0">
                <a:latin typeface="Times New Roman" panose="02020603050405020304" pitchFamily="18" charset="0"/>
                <a:cs typeface="Times New Roman" panose="02020603050405020304" pitchFamily="18" charset="0"/>
              </a:rPr>
              <a:t>The project utilizes Python libraries such as Pandas and Matplotlib for data analysis and visualization, understanding their functionalities entails grasping Pandas' capabilities in data manipulation and Matplotlib's features for creating insightful visualizations.</a:t>
            </a: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CODING / IMPLEMENTATION</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1112307"/>
      </p:ext>
    </p:extLst>
  </p:cSld>
  <p:clrMapOvr>
    <a:masterClrMapping/>
  </p:clrMapOvr>
  <p:transition spd="slow">
    <p:cove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pPr algn="just"/>
            <a:r>
              <a:rPr lang="en-US" sz="1900" b="1" dirty="0">
                <a:latin typeface="Times New Roman" panose="02020603050405020304" pitchFamily="18" charset="0"/>
                <a:cs typeface="Times New Roman" panose="02020603050405020304" pitchFamily="18" charset="0"/>
              </a:rPr>
              <a:t>Comments Consistency</a:t>
            </a:r>
            <a:endParaRPr lang="en-US" sz="1900" dirty="0">
              <a:latin typeface="Times New Roman" panose="02020603050405020304" pitchFamily="18" charset="0"/>
              <a:cs typeface="Times New Roman" panose="02020603050405020304" pitchFamily="18" charset="0"/>
            </a:endParaRPr>
          </a:p>
          <a:p>
            <a:pPr marL="0" indent="0" algn="just">
              <a:buNone/>
            </a:pPr>
            <a:r>
              <a:rPr lang="en-US" sz="1900" dirty="0">
                <a:latin typeface="Times New Roman" panose="02020603050405020304" pitchFamily="18" charset="0"/>
                <a:cs typeface="Times New Roman" panose="02020603050405020304" pitchFamily="18" charset="0"/>
              </a:rPr>
              <a:t>In the project, consistency between comments and code is exemplified in some sections where detailed comments explain the purpose and functionality of specific functions or methods. For instance, within the function responsible for extracting chat data from input files, there are comprehensive comments detailing the file parsing process, variable assignments, and error handling mechanisms, ensuring clarity and alignment with the actual code execution. However, in other parts of the codebase, such as the visualization module, comments are sparse, leading to potential discrepancies between the code and its accompanying explanations. Thus, while efforts have been made to maintain consistency, there are areas where further alignment between comments and code could enhance overall clarity and comprehension.</a:t>
            </a:r>
          </a:p>
          <a:p>
            <a:pPr marL="0" indent="0" algn="just">
              <a:buNone/>
            </a:pPr>
            <a:endParaRPr lang="en-US" sz="1900" dirty="0">
              <a:latin typeface="Times New Roman" panose="02020603050405020304" pitchFamily="18" charset="0"/>
              <a:cs typeface="Times New Roman" panose="02020603050405020304" pitchFamily="18" charset="0"/>
            </a:endParaRPr>
          </a:p>
          <a:p>
            <a:pPr algn="just"/>
            <a:r>
              <a:rPr lang="en-US" sz="1900" b="1" dirty="0">
                <a:latin typeface="Times New Roman" panose="02020603050405020304" pitchFamily="18" charset="0"/>
                <a:cs typeface="Times New Roman" panose="02020603050405020304" pitchFamily="18" charset="0"/>
              </a:rPr>
              <a:t>Code Optimization</a:t>
            </a:r>
          </a:p>
          <a:p>
            <a:pPr marL="0" indent="0" algn="just">
              <a:buNone/>
            </a:pPr>
            <a:r>
              <a:rPr lang="en-US" sz="1900" dirty="0">
                <a:latin typeface="Times New Roman" panose="02020603050405020304" pitchFamily="18" charset="0"/>
                <a:cs typeface="Times New Roman" panose="02020603050405020304" pitchFamily="18" charset="0"/>
              </a:rPr>
              <a:t>The project initially used nested loops for data manipulation tasks, optimizing these loops to utilize more efficient data structures or built-in functions from libraries like NumPy or Pandas which could significantly improve performance.</a:t>
            </a: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CODING / IMPLEMENTATION</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7990690"/>
      </p:ext>
    </p:extLst>
  </p:cSld>
  <p:clrMapOvr>
    <a:masterClrMapping/>
  </p:clrMapOvr>
  <p:transition spd="slow">
    <p:cove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pPr algn="just"/>
            <a:r>
              <a:rPr lang="en-US" sz="2000" b="1" dirty="0">
                <a:latin typeface="Times New Roman" panose="02020603050405020304" pitchFamily="18" charset="0"/>
                <a:cs typeface="Times New Roman" panose="02020603050405020304" pitchFamily="18" charset="0"/>
              </a:rPr>
              <a:t>Performance Test</a:t>
            </a: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TESTING</a:t>
            </a:r>
          </a:p>
        </p:txBody>
      </p:sp>
      <p:pic>
        <p:nvPicPr>
          <p:cNvPr id="4" name="Picture 3">
            <a:extLst>
              <a:ext uri="{FF2B5EF4-FFF2-40B4-BE49-F238E27FC236}">
                <a16:creationId xmlns:a16="http://schemas.microsoft.com/office/drawing/2014/main" id="{61208C01-040D-42BA-9F08-E10B434C014C}"/>
              </a:ext>
            </a:extLst>
          </p:cNvPr>
          <p:cNvPicPr/>
          <p:nvPr/>
        </p:nvPicPr>
        <p:blipFill>
          <a:blip r:embed="rId2"/>
          <a:stretch>
            <a:fillRect/>
          </a:stretch>
        </p:blipFill>
        <p:spPr>
          <a:xfrm>
            <a:off x="468000" y="1787400"/>
            <a:ext cx="4240800" cy="4924800"/>
          </a:xfrm>
          <a:prstGeom prst="rect">
            <a:avLst/>
          </a:prstGeom>
        </p:spPr>
      </p:pic>
      <p:pic>
        <p:nvPicPr>
          <p:cNvPr id="5" name="Picture 4">
            <a:extLst>
              <a:ext uri="{FF2B5EF4-FFF2-40B4-BE49-F238E27FC236}">
                <a16:creationId xmlns:a16="http://schemas.microsoft.com/office/drawing/2014/main" id="{AF87A2F0-BC79-4B16-99EC-9D53FACB60A7}"/>
              </a:ext>
            </a:extLst>
          </p:cNvPr>
          <p:cNvPicPr/>
          <p:nvPr/>
        </p:nvPicPr>
        <p:blipFill>
          <a:blip r:embed="rId3"/>
          <a:stretch>
            <a:fillRect/>
          </a:stretch>
        </p:blipFill>
        <p:spPr>
          <a:xfrm>
            <a:off x="4708800" y="1787400"/>
            <a:ext cx="4240800" cy="1885950"/>
          </a:xfrm>
          <a:prstGeom prst="rect">
            <a:avLst/>
          </a:prstGeom>
        </p:spPr>
      </p:pic>
      <p:pic>
        <p:nvPicPr>
          <p:cNvPr id="6" name="Picture 5">
            <a:extLst>
              <a:ext uri="{FF2B5EF4-FFF2-40B4-BE49-F238E27FC236}">
                <a16:creationId xmlns:a16="http://schemas.microsoft.com/office/drawing/2014/main" id="{05041D1A-35F3-4512-8824-60833C5B2DE4}"/>
              </a:ext>
            </a:extLst>
          </p:cNvPr>
          <p:cNvPicPr/>
          <p:nvPr/>
        </p:nvPicPr>
        <p:blipFill>
          <a:blip r:embed="rId4"/>
          <a:stretch>
            <a:fillRect/>
          </a:stretch>
        </p:blipFill>
        <p:spPr>
          <a:xfrm>
            <a:off x="4714960" y="3673350"/>
            <a:ext cx="4234639" cy="3038850"/>
          </a:xfrm>
          <a:prstGeom prst="rect">
            <a:avLst/>
          </a:prstGeom>
        </p:spPr>
      </p:pic>
    </p:spTree>
    <p:extLst>
      <p:ext uri="{BB962C8B-B14F-4D97-AF65-F5344CB8AC3E}">
        <p14:creationId xmlns:p14="http://schemas.microsoft.com/office/powerpoint/2010/main" val="3374968863"/>
      </p:ext>
    </p:extLst>
  </p:cSld>
  <p:clrMapOvr>
    <a:masterClrMapping/>
  </p:clrMapOvr>
  <p:transition spd="slow">
    <p:cove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TESTING</a:t>
            </a:r>
          </a:p>
        </p:txBody>
      </p:sp>
      <p:pic>
        <p:nvPicPr>
          <p:cNvPr id="4" name="Content Placeholder 3">
            <a:extLst>
              <a:ext uri="{FF2B5EF4-FFF2-40B4-BE49-F238E27FC236}">
                <a16:creationId xmlns:a16="http://schemas.microsoft.com/office/drawing/2014/main" id="{E9D4EE4B-63E2-4B54-9D4B-9D840BCA18F6}"/>
              </a:ext>
            </a:extLst>
          </p:cNvPr>
          <p:cNvPicPr>
            <a:picLocks noGrp="1"/>
          </p:cNvPicPr>
          <p:nvPr>
            <p:ph idx="1"/>
          </p:nvPr>
        </p:nvPicPr>
        <p:blipFill rotWithShape="1">
          <a:blip r:embed="rId2"/>
          <a:srcRect b="7730"/>
          <a:stretch/>
        </p:blipFill>
        <p:spPr>
          <a:xfrm>
            <a:off x="468000" y="1809231"/>
            <a:ext cx="3967200" cy="4082170"/>
          </a:xfrm>
          <a:prstGeom prst="rect">
            <a:avLst/>
          </a:prstGeom>
        </p:spPr>
      </p:pic>
      <p:sp>
        <p:nvSpPr>
          <p:cNvPr id="10" name="TextBox 9">
            <a:extLst>
              <a:ext uri="{FF2B5EF4-FFF2-40B4-BE49-F238E27FC236}">
                <a16:creationId xmlns:a16="http://schemas.microsoft.com/office/drawing/2014/main" id="{9213DC9C-4D26-47B3-9389-557B0D3DEE04}"/>
              </a:ext>
            </a:extLst>
          </p:cNvPr>
          <p:cNvSpPr txBox="1"/>
          <p:nvPr/>
        </p:nvSpPr>
        <p:spPr>
          <a:xfrm>
            <a:off x="399600" y="1465934"/>
            <a:ext cx="4595566" cy="400110"/>
          </a:xfrm>
          <a:prstGeom prst="rect">
            <a:avLst/>
          </a:prstGeom>
          <a:noFill/>
        </p:spPr>
        <p:txBody>
          <a:bodyPr wrap="square">
            <a:spAutoFit/>
          </a:bodyPr>
          <a:lstStyle/>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Performance Test</a:t>
            </a:r>
          </a:p>
        </p:txBody>
      </p:sp>
      <p:pic>
        <p:nvPicPr>
          <p:cNvPr id="11" name="Picture 10">
            <a:extLst>
              <a:ext uri="{FF2B5EF4-FFF2-40B4-BE49-F238E27FC236}">
                <a16:creationId xmlns:a16="http://schemas.microsoft.com/office/drawing/2014/main" id="{61021683-787D-467E-A0E9-A524EAC66F11}"/>
              </a:ext>
            </a:extLst>
          </p:cNvPr>
          <p:cNvPicPr/>
          <p:nvPr/>
        </p:nvPicPr>
        <p:blipFill>
          <a:blip r:embed="rId3"/>
          <a:stretch>
            <a:fillRect/>
          </a:stretch>
        </p:blipFill>
        <p:spPr>
          <a:xfrm>
            <a:off x="4722423" y="2403000"/>
            <a:ext cx="4172398" cy="3741467"/>
          </a:xfrm>
          <a:prstGeom prst="rect">
            <a:avLst/>
          </a:prstGeom>
        </p:spPr>
      </p:pic>
      <p:pic>
        <p:nvPicPr>
          <p:cNvPr id="13" name="Picture 12">
            <a:extLst>
              <a:ext uri="{FF2B5EF4-FFF2-40B4-BE49-F238E27FC236}">
                <a16:creationId xmlns:a16="http://schemas.microsoft.com/office/drawing/2014/main" id="{0E2264FA-989C-49A7-9B57-6C454784CE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63685" y="1835266"/>
            <a:ext cx="3970364" cy="567734"/>
          </a:xfrm>
          <a:prstGeom prst="rect">
            <a:avLst/>
          </a:prstGeom>
        </p:spPr>
      </p:pic>
    </p:spTree>
    <p:extLst>
      <p:ext uri="{BB962C8B-B14F-4D97-AF65-F5344CB8AC3E}">
        <p14:creationId xmlns:p14="http://schemas.microsoft.com/office/powerpoint/2010/main" val="2466399644"/>
      </p:ext>
    </p:extLst>
  </p:cSld>
  <p:clrMapOvr>
    <a:masterClrMapping/>
  </p:clrMapOvr>
  <p:transition spd="slow">
    <p:cove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r>
              <a:rPr lang="en-US" sz="2000" b="1" dirty="0">
                <a:latin typeface="Times New Roman" panose="02020603050405020304" pitchFamily="18" charset="0"/>
                <a:cs typeface="Times New Roman" panose="02020603050405020304" pitchFamily="18" charset="0"/>
              </a:rPr>
              <a:t>Security Test </a:t>
            </a:r>
          </a:p>
          <a:p>
            <a:pPr marL="0" indent="0" algn="just">
              <a:buNone/>
            </a:pPr>
            <a:endParaRPr lang="en-US" sz="2000" b="1"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TESTING</a:t>
            </a:r>
          </a:p>
        </p:txBody>
      </p:sp>
      <p:pic>
        <p:nvPicPr>
          <p:cNvPr id="4" name="Picture 3">
            <a:extLst>
              <a:ext uri="{FF2B5EF4-FFF2-40B4-BE49-F238E27FC236}">
                <a16:creationId xmlns:a16="http://schemas.microsoft.com/office/drawing/2014/main" id="{74058782-665B-41B4-8094-B5E56D4B858D}"/>
              </a:ext>
            </a:extLst>
          </p:cNvPr>
          <p:cNvPicPr/>
          <p:nvPr/>
        </p:nvPicPr>
        <p:blipFill>
          <a:blip r:embed="rId2"/>
          <a:stretch>
            <a:fillRect/>
          </a:stretch>
        </p:blipFill>
        <p:spPr>
          <a:xfrm>
            <a:off x="468000" y="1963036"/>
            <a:ext cx="4104000" cy="4680763"/>
          </a:xfrm>
          <a:prstGeom prst="rect">
            <a:avLst/>
          </a:prstGeom>
        </p:spPr>
      </p:pic>
      <p:pic>
        <p:nvPicPr>
          <p:cNvPr id="5" name="Picture 4">
            <a:extLst>
              <a:ext uri="{FF2B5EF4-FFF2-40B4-BE49-F238E27FC236}">
                <a16:creationId xmlns:a16="http://schemas.microsoft.com/office/drawing/2014/main" id="{FABEDAC4-87D8-4AEB-ADD3-2566500F622D}"/>
              </a:ext>
            </a:extLst>
          </p:cNvPr>
          <p:cNvPicPr/>
          <p:nvPr/>
        </p:nvPicPr>
        <p:blipFill>
          <a:blip r:embed="rId3"/>
          <a:stretch>
            <a:fillRect/>
          </a:stretch>
        </p:blipFill>
        <p:spPr>
          <a:xfrm>
            <a:off x="4708800" y="1963035"/>
            <a:ext cx="4240800" cy="4680763"/>
          </a:xfrm>
          <a:prstGeom prst="rect">
            <a:avLst/>
          </a:prstGeom>
        </p:spPr>
      </p:pic>
    </p:spTree>
    <p:extLst>
      <p:ext uri="{BB962C8B-B14F-4D97-AF65-F5344CB8AC3E}">
        <p14:creationId xmlns:p14="http://schemas.microsoft.com/office/powerpoint/2010/main" val="1006549874"/>
      </p:ext>
    </p:extLst>
  </p:cSld>
  <p:clrMapOvr>
    <a:masterClrMapping/>
  </p:clrMapOvr>
  <p:transition spd="slow">
    <p:cove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C4959-0531-B6F4-77C7-15590066C0F8}"/>
              </a:ext>
            </a:extLst>
          </p:cNvPr>
          <p:cNvSpPr>
            <a:spLocks noGrp="1"/>
          </p:cNvSpPr>
          <p:nvPr>
            <p:ph idx="1"/>
          </p:nvPr>
        </p:nvSpPr>
        <p:spPr>
          <a:xfrm>
            <a:off x="468000" y="1445400"/>
            <a:ext cx="8481600" cy="4680763"/>
          </a:xfrm>
        </p:spPr>
        <p:txBody>
          <a:bodyPr/>
          <a:lstStyle/>
          <a:p>
            <a:r>
              <a:rPr lang="en-US" sz="2000" b="1" dirty="0">
                <a:latin typeface="Times New Roman" panose="02020603050405020304" pitchFamily="18" charset="0"/>
                <a:cs typeface="Times New Roman" panose="02020603050405020304" pitchFamily="18" charset="0"/>
              </a:rPr>
              <a:t>Security Test </a:t>
            </a:r>
          </a:p>
          <a:p>
            <a:pPr marL="0" indent="0" algn="just">
              <a:buNone/>
            </a:pPr>
            <a:endParaRPr lang="en-US" sz="2000" b="1"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CF39583A-6573-A8ED-B268-BDDDB18ABE64}"/>
              </a:ext>
            </a:extLst>
          </p:cNvPr>
          <p:cNvSpPr txBox="1">
            <a:spLocks/>
          </p:cNvSpPr>
          <p:nvPr/>
        </p:nvSpPr>
        <p:spPr bwMode="auto">
          <a:xfrm>
            <a:off x="1152000" y="145800"/>
            <a:ext cx="7797600" cy="1026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TESTING</a:t>
            </a:r>
          </a:p>
        </p:txBody>
      </p:sp>
      <p:pic>
        <p:nvPicPr>
          <p:cNvPr id="6" name="Picture 5">
            <a:extLst>
              <a:ext uri="{FF2B5EF4-FFF2-40B4-BE49-F238E27FC236}">
                <a16:creationId xmlns:a16="http://schemas.microsoft.com/office/drawing/2014/main" id="{4D4999CC-DF5D-4537-92EC-CCB5BDE781CC}"/>
              </a:ext>
            </a:extLst>
          </p:cNvPr>
          <p:cNvPicPr/>
          <p:nvPr/>
        </p:nvPicPr>
        <p:blipFill>
          <a:blip r:embed="rId2"/>
          <a:stretch>
            <a:fillRect/>
          </a:stretch>
        </p:blipFill>
        <p:spPr>
          <a:xfrm>
            <a:off x="468000" y="1855800"/>
            <a:ext cx="8481600" cy="4680763"/>
          </a:xfrm>
          <a:prstGeom prst="rect">
            <a:avLst/>
          </a:prstGeom>
        </p:spPr>
      </p:pic>
    </p:spTree>
    <p:extLst>
      <p:ext uri="{BB962C8B-B14F-4D97-AF65-F5344CB8AC3E}">
        <p14:creationId xmlns:p14="http://schemas.microsoft.com/office/powerpoint/2010/main" val="15029855"/>
      </p:ext>
    </p:extLst>
  </p:cSld>
  <p:clrMapOvr>
    <a:masterClrMapping/>
  </p:clrMapOvr>
  <p:transition spd="slow">
    <p:cov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E4C8D3-8D33-DE89-EF3D-D80C801B4908}"/>
              </a:ext>
            </a:extLst>
          </p:cNvPr>
          <p:cNvSpPr>
            <a:spLocks noGrp="1"/>
          </p:cNvSpPr>
          <p:nvPr>
            <p:ph idx="1"/>
          </p:nvPr>
        </p:nvSpPr>
        <p:spPr>
          <a:xfrm>
            <a:off x="457200" y="1445400"/>
            <a:ext cx="8492400" cy="4680763"/>
          </a:xfrm>
        </p:spPr>
        <p:txBody>
          <a:bodyPr/>
          <a:lstStyle/>
          <a:p>
            <a:pPr marL="0" indent="0" algn="just">
              <a:buNone/>
            </a:pPr>
            <a:r>
              <a:rPr lang="en-US" sz="2000" b="1" dirty="0"/>
              <a:t>Software</a:t>
            </a:r>
          </a:p>
          <a:p>
            <a:pPr marL="0" indent="0" algn="just">
              <a:buNone/>
            </a:pPr>
            <a:endParaRPr lang="en-US" sz="2000" dirty="0"/>
          </a:p>
          <a:p>
            <a:pPr algn="just"/>
            <a:r>
              <a:rPr lang="en-US" sz="2000" dirty="0"/>
              <a:t>A text editor or word processing program for exporting the WhatsApp chat data.</a:t>
            </a:r>
          </a:p>
          <a:p>
            <a:pPr algn="just"/>
            <a:r>
              <a:rPr lang="en-US" sz="2000" dirty="0"/>
              <a:t>A programming language for analyzing the data, such as Python.</a:t>
            </a:r>
          </a:p>
          <a:p>
            <a:pPr algn="just"/>
            <a:r>
              <a:rPr lang="en-US" sz="2000" dirty="0"/>
              <a:t>A data visualization tool for visualizing the results of the analysis, such as Matplotlib or Seaborn.</a:t>
            </a:r>
          </a:p>
          <a:p>
            <a:pPr marL="0" indent="0" algn="just">
              <a:buNone/>
            </a:pPr>
            <a:endParaRPr lang="en-US" sz="2000" dirty="0"/>
          </a:p>
          <a:p>
            <a:pPr marL="0" indent="0" algn="just">
              <a:buNone/>
            </a:pPr>
            <a:r>
              <a:rPr lang="en-US" sz="2000" b="1" dirty="0"/>
              <a:t>Hardware</a:t>
            </a:r>
          </a:p>
          <a:p>
            <a:pPr marL="0" indent="0" algn="just">
              <a:buNone/>
            </a:pPr>
            <a:endParaRPr lang="en-US" sz="2000" dirty="0"/>
          </a:p>
          <a:p>
            <a:pPr algn="just"/>
            <a:r>
              <a:rPr lang="en-US" sz="2000" dirty="0"/>
              <a:t>A computer with a sufficient amount of memory and processing power to analyze the data.</a:t>
            </a:r>
          </a:p>
          <a:p>
            <a:pPr algn="just"/>
            <a:r>
              <a:rPr lang="en-US" sz="2000" dirty="0"/>
              <a:t>A storage device for storing the data.</a:t>
            </a:r>
            <a:endParaRPr lang="en-IN" sz="2000" dirty="0"/>
          </a:p>
        </p:txBody>
      </p:sp>
      <p:sp>
        <p:nvSpPr>
          <p:cNvPr id="3" name="Title 3">
            <a:extLst>
              <a:ext uri="{FF2B5EF4-FFF2-40B4-BE49-F238E27FC236}">
                <a16:creationId xmlns:a16="http://schemas.microsoft.com/office/drawing/2014/main" id="{097F03F9-DFB5-3651-73A3-C17E07841B86}"/>
              </a:ext>
            </a:extLst>
          </p:cNvPr>
          <p:cNvSpPr txBox="1">
            <a:spLocks/>
          </p:cNvSpPr>
          <p:nvPr/>
        </p:nvSpPr>
        <p:spPr bwMode="auto">
          <a:xfrm>
            <a:off x="1152000" y="214200"/>
            <a:ext cx="7797600" cy="957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SOFTWARE AND HARDWARE PLATFORM REQUIREMENT</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35962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E4C8D3-8D33-DE89-EF3D-D80C801B4908}"/>
              </a:ext>
            </a:extLst>
          </p:cNvPr>
          <p:cNvSpPr>
            <a:spLocks noGrp="1"/>
          </p:cNvSpPr>
          <p:nvPr>
            <p:ph idx="1"/>
          </p:nvPr>
        </p:nvSpPr>
        <p:spPr>
          <a:xfrm>
            <a:off x="468000" y="1445400"/>
            <a:ext cx="8481600" cy="4680763"/>
          </a:xfrm>
        </p:spPr>
        <p:txBody>
          <a:bodyPr/>
          <a:lstStyle/>
          <a:p>
            <a:pPr algn="just">
              <a:buFont typeface="Arial" panose="020B0604020202020204" pitchFamily="34" charset="0"/>
              <a:buChar char="•"/>
            </a:pPr>
            <a:r>
              <a:rPr lang="en-US" sz="2000" b="1" i="0" dirty="0">
                <a:effectLst/>
                <a:latin typeface="Times New Roman" panose="02020603050405020304" pitchFamily="18" charset="0"/>
                <a:cs typeface="Times New Roman" panose="02020603050405020304" pitchFamily="18" charset="0"/>
              </a:rPr>
              <a:t>Sentiment Analysis:</a:t>
            </a:r>
            <a:r>
              <a:rPr lang="en-US" sz="2000" b="0" i="0" dirty="0">
                <a:effectLst/>
                <a:latin typeface="Times New Roman" panose="02020603050405020304" pitchFamily="18" charset="0"/>
                <a:cs typeface="Times New Roman" panose="02020603050405020304" pitchFamily="18" charset="0"/>
              </a:rPr>
              <a:t> Majority of conversations exhibit positive sentiment, indicating satisfaction with the service.</a:t>
            </a:r>
          </a:p>
          <a:p>
            <a:pPr algn="just">
              <a:buFont typeface="Arial" panose="020B0604020202020204" pitchFamily="34" charset="0"/>
              <a:buChar char="•"/>
            </a:pPr>
            <a:r>
              <a:rPr lang="en-US" sz="2000" b="1" i="0" dirty="0">
                <a:effectLst/>
                <a:latin typeface="Times New Roman" panose="02020603050405020304" pitchFamily="18" charset="0"/>
                <a:cs typeface="Times New Roman" panose="02020603050405020304" pitchFamily="18" charset="0"/>
              </a:rPr>
              <a:t>Named Entity Recognition (NER):</a:t>
            </a:r>
            <a:r>
              <a:rPr lang="en-US" sz="2000" b="0" i="0" dirty="0">
                <a:effectLst/>
                <a:latin typeface="Times New Roman" panose="02020603050405020304" pitchFamily="18" charset="0"/>
                <a:cs typeface="Times New Roman" panose="02020603050405020304" pitchFamily="18" charset="0"/>
              </a:rPr>
              <a:t> Identified key entities such as:</a:t>
            </a:r>
          </a:p>
          <a:p>
            <a:pPr marL="742950" lvl="1" indent="-285750"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People: John, Sarah</a:t>
            </a:r>
          </a:p>
          <a:p>
            <a:pPr marL="742950" lvl="1" indent="-285750"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Location: New York</a:t>
            </a:r>
          </a:p>
          <a:p>
            <a:pPr marL="742950" lvl="1" indent="-285750"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Organization: XYZ Corporation</a:t>
            </a:r>
          </a:p>
          <a:p>
            <a:pPr algn="just">
              <a:buFont typeface="Arial" panose="020B0604020202020204" pitchFamily="34" charset="0"/>
              <a:buChar char="•"/>
            </a:pPr>
            <a:r>
              <a:rPr lang="en-US" sz="2000" b="1" i="0" dirty="0">
                <a:effectLst/>
                <a:latin typeface="Times New Roman" panose="02020603050405020304" pitchFamily="18" charset="0"/>
                <a:cs typeface="Times New Roman" panose="02020603050405020304" pitchFamily="18" charset="0"/>
              </a:rPr>
              <a:t>Topic Modeling:</a:t>
            </a:r>
            <a:r>
              <a:rPr lang="en-US" sz="2000" b="0" i="0" dirty="0">
                <a:effectLst/>
                <a:latin typeface="Times New Roman" panose="02020603050405020304" pitchFamily="18" charset="0"/>
                <a:cs typeface="Times New Roman" panose="02020603050405020304" pitchFamily="18" charset="0"/>
              </a:rPr>
              <a:t> Discovered common themes:</a:t>
            </a:r>
          </a:p>
          <a:p>
            <a:pPr marL="742950" lvl="1" indent="-285750"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Topic 1: Travel plans</a:t>
            </a:r>
          </a:p>
          <a:p>
            <a:pPr marL="742950" lvl="1" indent="-285750"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Topic 2: Event coordination</a:t>
            </a:r>
          </a:p>
          <a:p>
            <a:pPr marL="742950" lvl="1" indent="-285750"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Topic 3: Project updates</a:t>
            </a: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097F03F9-DFB5-3651-73A3-C17E07841B86}"/>
              </a:ext>
            </a:extLst>
          </p:cNvPr>
          <p:cNvSpPr txBox="1">
            <a:spLocks/>
          </p:cNvSpPr>
          <p:nvPr/>
        </p:nvSpPr>
        <p:spPr bwMode="auto">
          <a:xfrm>
            <a:off x="1152000" y="214200"/>
            <a:ext cx="7797600" cy="957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RESULT</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27924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E4C8D3-8D33-DE89-EF3D-D80C801B4908}"/>
              </a:ext>
            </a:extLst>
          </p:cNvPr>
          <p:cNvSpPr>
            <a:spLocks noGrp="1"/>
          </p:cNvSpPr>
          <p:nvPr>
            <p:ph idx="1"/>
          </p:nvPr>
        </p:nvSpPr>
        <p:spPr>
          <a:xfrm>
            <a:off x="457200" y="1445400"/>
            <a:ext cx="8492400" cy="4680763"/>
          </a:xfrm>
        </p:spPr>
        <p:txBody>
          <a:bodyPr/>
          <a:lstStyle/>
          <a:p>
            <a:pPr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Through NLP techniques, we analyzed WhatsApp chats to gain insights into user behavior and communication patterns.</a:t>
            </a:r>
          </a:p>
          <a:p>
            <a:pPr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Our analysis revealed:</a:t>
            </a:r>
          </a:p>
          <a:p>
            <a:pPr marL="742950" lvl="1" indent="-285750"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Positive sentiment dominates discussions, indicating satisfaction.</a:t>
            </a:r>
          </a:p>
          <a:p>
            <a:pPr marL="742950" lvl="1" indent="-285750"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Key entities such as people, locations, and organizations were successfully identified.</a:t>
            </a:r>
          </a:p>
          <a:p>
            <a:pPr marL="742950" lvl="1" indent="-285750"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Common topics revolved around travel plans, event coordination, and project updates.</a:t>
            </a: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097F03F9-DFB5-3651-73A3-C17E07841B86}"/>
              </a:ext>
            </a:extLst>
          </p:cNvPr>
          <p:cNvSpPr txBox="1">
            <a:spLocks/>
          </p:cNvSpPr>
          <p:nvPr/>
        </p:nvSpPr>
        <p:spPr bwMode="auto">
          <a:xfrm>
            <a:off x="1152000" y="214200"/>
            <a:ext cx="7797600" cy="957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CONCLUSION</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11599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E4C8D3-8D33-DE89-EF3D-D80C801B4908}"/>
              </a:ext>
            </a:extLst>
          </p:cNvPr>
          <p:cNvSpPr>
            <a:spLocks noGrp="1"/>
          </p:cNvSpPr>
          <p:nvPr>
            <p:ph idx="1"/>
          </p:nvPr>
        </p:nvSpPr>
        <p:spPr>
          <a:xfrm>
            <a:off x="468000" y="1445400"/>
            <a:ext cx="8481600" cy="4680763"/>
          </a:xfrm>
        </p:spPr>
        <p:txBody>
          <a:bodyPr/>
          <a:lstStyle/>
          <a:p>
            <a:pPr algn="just">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Advanced NLP Techniques:</a:t>
            </a:r>
            <a:r>
              <a:rPr lang="en-IN" sz="2000" b="0" i="0" dirty="0">
                <a:effectLst/>
                <a:latin typeface="Times New Roman" panose="02020603050405020304" pitchFamily="18" charset="0"/>
                <a:cs typeface="Times New Roman" panose="02020603050405020304" pitchFamily="18" charset="0"/>
              </a:rPr>
              <a:t> Implement advanced NLP models like BERT for more accurate sentiment analysis and entity recognition.</a:t>
            </a:r>
          </a:p>
          <a:p>
            <a:pPr algn="just">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Multimodal Analysis:</a:t>
            </a:r>
            <a:r>
              <a:rPr lang="en-IN" sz="2000" b="0" i="0" dirty="0">
                <a:effectLst/>
                <a:latin typeface="Times New Roman" panose="02020603050405020304" pitchFamily="18" charset="0"/>
                <a:cs typeface="Times New Roman" panose="02020603050405020304" pitchFamily="18" charset="0"/>
              </a:rPr>
              <a:t> Integrate image and voice data from WhatsApp to enable multimodal analysis, expanding insights beyond text.</a:t>
            </a:r>
          </a:p>
          <a:p>
            <a:pPr algn="just">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Real-time Analysis:</a:t>
            </a:r>
            <a:r>
              <a:rPr lang="en-IN" sz="2000" b="0" i="0" dirty="0">
                <a:effectLst/>
                <a:latin typeface="Times New Roman" panose="02020603050405020304" pitchFamily="18" charset="0"/>
                <a:cs typeface="Times New Roman" panose="02020603050405020304" pitchFamily="18" charset="0"/>
              </a:rPr>
              <a:t> Develop real-time analysis capabilities to provide instant feedback and insights during ongoing conversations.</a:t>
            </a:r>
          </a:p>
          <a:p>
            <a:pPr algn="just">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Cross-platform Integration:</a:t>
            </a:r>
            <a:r>
              <a:rPr lang="en-IN" sz="2000" b="0" i="0" dirty="0">
                <a:effectLst/>
                <a:latin typeface="Times New Roman" panose="02020603050405020304" pitchFamily="18" charset="0"/>
                <a:cs typeface="Times New Roman" panose="02020603050405020304" pitchFamily="18" charset="0"/>
              </a:rPr>
              <a:t> Extend analysis to other messaging platforms like Telegram, WeChat, or Facebook Messenger for broader insights.</a:t>
            </a:r>
          </a:p>
          <a:p>
            <a:pPr algn="just">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Personalization:</a:t>
            </a:r>
            <a:r>
              <a:rPr lang="en-IN" sz="2000" b="0" i="0" dirty="0">
                <a:effectLst/>
                <a:latin typeface="Times New Roman" panose="02020603050405020304" pitchFamily="18" charset="0"/>
                <a:cs typeface="Times New Roman" panose="02020603050405020304" pitchFamily="18" charset="0"/>
              </a:rPr>
              <a:t> Utilize machine learning algorithms to personalize communication strategies based on individual user preferences and </a:t>
            </a:r>
            <a:r>
              <a:rPr lang="en-IN" sz="2000" b="0" i="0" dirty="0" err="1">
                <a:effectLst/>
                <a:latin typeface="Times New Roman" panose="02020603050405020304" pitchFamily="18" charset="0"/>
                <a:cs typeface="Times New Roman" panose="02020603050405020304" pitchFamily="18" charset="0"/>
              </a:rPr>
              <a:t>behavior</a:t>
            </a:r>
            <a:r>
              <a:rPr lang="en-IN" sz="2000" b="0" i="0" dirty="0">
                <a:effectLst/>
                <a:latin typeface="Times New Roman" panose="02020603050405020304" pitchFamily="18" charset="0"/>
                <a:cs typeface="Times New Roman" panose="02020603050405020304" pitchFamily="18" charset="0"/>
              </a:rPr>
              <a:t> patterns.</a:t>
            </a: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097F03F9-DFB5-3651-73A3-C17E07841B86}"/>
              </a:ext>
            </a:extLst>
          </p:cNvPr>
          <p:cNvSpPr txBox="1">
            <a:spLocks/>
          </p:cNvSpPr>
          <p:nvPr/>
        </p:nvSpPr>
        <p:spPr bwMode="auto">
          <a:xfrm>
            <a:off x="1152000" y="214200"/>
            <a:ext cx="7797600" cy="957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FUTURE SCOPE</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96983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F8B4ED0E-9E67-4EE0-9ABC-A5C87266D29E}"/>
              </a:ext>
            </a:extLst>
          </p:cNvPr>
          <p:cNvSpPr>
            <a:spLocks noGrp="1"/>
          </p:cNvSpPr>
          <p:nvPr>
            <p:ph type="ctrTitle"/>
          </p:nvPr>
        </p:nvSpPr>
        <p:spPr bwMode="auto">
          <a:xfrm>
            <a:off x="1152000" y="145800"/>
            <a:ext cx="7797600" cy="1026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2800" b="1" dirty="0">
                <a:latin typeface="Times New Roman" panose="02020603050405020304" pitchFamily="18" charset="0"/>
                <a:cs typeface="Times New Roman" panose="02020603050405020304" pitchFamily="18" charset="0"/>
              </a:rPr>
              <a:t>REFERENCES</a:t>
            </a:r>
            <a:endParaRPr lang="en-IN" altLang="en-US" sz="2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BC89EB7-DED2-46BD-8643-D57D79C84F2F}"/>
              </a:ext>
            </a:extLst>
          </p:cNvPr>
          <p:cNvSpPr>
            <a:spLocks noGrp="1"/>
          </p:cNvSpPr>
          <p:nvPr>
            <p:ph type="subTitle" idx="1"/>
          </p:nvPr>
        </p:nvSpPr>
        <p:spPr>
          <a:xfrm>
            <a:off x="673348" y="1513800"/>
            <a:ext cx="8070850" cy="4445000"/>
          </a:xfrm>
        </p:spPr>
        <p:txBody>
          <a:bodyPr/>
          <a:lstStyle/>
          <a:p>
            <a:pPr marL="457200" indent="-457200" algn="l">
              <a:buAutoNum type="arabicPeriod"/>
            </a:pPr>
            <a:r>
              <a:rPr lang="en-US" sz="2000" b="1" dirty="0">
                <a:solidFill>
                  <a:schemeClr val="tx1"/>
                </a:solidFill>
              </a:rPr>
              <a:t>Pre-Processing and Emoji Classification of WhatsApp Chats for Sentiment Analysis: 	    </a:t>
            </a:r>
            <a:r>
              <a:rPr lang="en-US" sz="2000" dirty="0">
                <a:solidFill>
                  <a:schemeClr val="tx1"/>
                </a:solidFill>
              </a:rPr>
              <a:t>https://ieeexplore.ieee.org/document/9243443</a:t>
            </a:r>
          </a:p>
          <a:p>
            <a:pPr marL="457200" indent="-457200" algn="l">
              <a:buAutoNum type="arabicPeriod"/>
            </a:pPr>
            <a:r>
              <a:rPr lang="en-US" sz="2000" b="1" dirty="0">
                <a:solidFill>
                  <a:schemeClr val="tx1"/>
                </a:solidFill>
              </a:rPr>
              <a:t>Thousands of Small, Constant Rallies: A Large-Scale Analysis of Partisan WhatsApp Groups:          </a:t>
            </a:r>
            <a:r>
              <a:rPr lang="en-US" sz="2000" dirty="0">
                <a:solidFill>
                  <a:schemeClr val="tx1"/>
                </a:solidFill>
              </a:rPr>
              <a:t>https://ieeexplore.ieee.org/document/9073450</a:t>
            </a:r>
          </a:p>
          <a:p>
            <a:pPr marL="457200" indent="-457200" algn="l">
              <a:buAutoNum type="arabicPeriod"/>
            </a:pPr>
            <a:r>
              <a:rPr lang="en-US" sz="2000" b="1" dirty="0">
                <a:solidFill>
                  <a:schemeClr val="tx1"/>
                </a:solidFill>
              </a:rPr>
              <a:t>People's Behavior Analysis in Chat Message using Natural Language Processing:                        </a:t>
            </a:r>
            <a:r>
              <a:rPr lang="en-US" sz="2000" dirty="0">
                <a:solidFill>
                  <a:schemeClr val="tx1"/>
                </a:solidFill>
              </a:rPr>
              <a:t>https://ieeexplore.ieee.org/document/9388596</a:t>
            </a:r>
          </a:p>
          <a:p>
            <a:pPr marL="457200" indent="-457200" algn="l">
              <a:buAutoNum type="arabicPeriod"/>
            </a:pPr>
            <a:r>
              <a:rPr lang="en-US" sz="2000" b="1" dirty="0">
                <a:solidFill>
                  <a:schemeClr val="tx1"/>
                </a:solidFill>
              </a:rPr>
              <a:t>Text Classification based </a:t>
            </a:r>
            <a:r>
              <a:rPr lang="en-US" sz="2000" b="1" dirty="0" err="1">
                <a:solidFill>
                  <a:schemeClr val="tx1"/>
                </a:solidFill>
              </a:rPr>
              <a:t>Behavioural</a:t>
            </a:r>
            <a:r>
              <a:rPr lang="en-US" sz="2000" b="1" dirty="0">
                <a:solidFill>
                  <a:schemeClr val="tx1"/>
                </a:solidFill>
              </a:rPr>
              <a:t> Analysis of WhatsApp Chats: </a:t>
            </a:r>
            <a:r>
              <a:rPr lang="en-US" sz="2000" dirty="0">
                <a:solidFill>
                  <a:schemeClr val="tx1"/>
                </a:solidFill>
              </a:rPr>
              <a:t>https://ieeexplore.ieee.org/document/9137911</a:t>
            </a:r>
            <a:endParaRPr lang="en-IN" sz="2000" dirty="0">
              <a:solidFill>
                <a:schemeClr val="tx1"/>
              </a:solidFill>
            </a:endParaRPr>
          </a:p>
          <a:p>
            <a:pPr marL="457200" indent="-457200" algn="l">
              <a:buAutoNum type="arabicPeriod"/>
            </a:pPr>
            <a:r>
              <a:rPr lang="en-US" sz="2000" b="1" dirty="0">
                <a:solidFill>
                  <a:schemeClr val="tx1"/>
                </a:solidFill>
              </a:rPr>
              <a:t>Towards a New Approach to Identify WhatsApp Messages: </a:t>
            </a:r>
            <a:r>
              <a:rPr lang="en-US" sz="2000" dirty="0">
                <a:solidFill>
                  <a:schemeClr val="tx1"/>
                </a:solidFill>
              </a:rPr>
              <a:t>https://ieeexplore.ieee.org/document/9343229</a:t>
            </a:r>
          </a:p>
          <a:p>
            <a:pPr marL="457200" indent="-457200" algn="l">
              <a:buAutoNum type="arabicPeriod"/>
            </a:pPr>
            <a:endParaRPr lang="en-IN" sz="2000" dirty="0">
              <a:solidFill>
                <a:schemeClr val="tx1"/>
              </a:solidFill>
            </a:endParaRPr>
          </a:p>
          <a:p>
            <a:pPr algn="l"/>
            <a:endParaRPr lang="en-IN" sz="2000" dirty="0">
              <a:solidFill>
                <a:schemeClr val="tx1"/>
              </a:solidFill>
            </a:endParaRPr>
          </a:p>
        </p:txBody>
      </p:sp>
    </p:spTree>
    <p:extLst>
      <p:ext uri="{BB962C8B-B14F-4D97-AF65-F5344CB8AC3E}">
        <p14:creationId xmlns:p14="http://schemas.microsoft.com/office/powerpoint/2010/main" val="35550830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36000" y="2266200"/>
            <a:ext cx="5198400" cy="1200329"/>
          </a:xfrm>
          <a:prstGeom prst="rect">
            <a:avLst/>
          </a:prstGeom>
        </p:spPr>
        <p:txBody>
          <a:bodyPr wrap="square">
            <a:spAutoFit/>
          </a:bodyPr>
          <a:lstStyle/>
          <a:p>
            <a:pPr algn="ctr"/>
            <a:r>
              <a:rPr lang="en-IN" sz="7200" b="1" u="sng" dirty="0">
                <a:latin typeface="Britannic Bold" panose="020B0903060703020204" pitchFamily="34" charset="0"/>
              </a:rPr>
              <a:t>THANK YOU</a:t>
            </a:r>
          </a:p>
        </p:txBody>
      </p:sp>
    </p:spTree>
    <p:extLst>
      <p:ext uri="{BB962C8B-B14F-4D97-AF65-F5344CB8AC3E}">
        <p14:creationId xmlns:p14="http://schemas.microsoft.com/office/powerpoint/2010/main" val="4463156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theme/theme1.xml><?xml version="1.0" encoding="utf-8"?>
<a:theme xmlns:a="http://schemas.openxmlformats.org/drawingml/2006/main" name="MGMCET_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SIT_ETC Templet for the PPT</Template>
  <TotalTime>8113</TotalTime>
  <Words>3314</Words>
  <Application>Microsoft Office PowerPoint</Application>
  <PresentationFormat>On-screen Show (4:3)</PresentationFormat>
  <Paragraphs>345</Paragraphs>
  <Slides>40</Slides>
  <Notes>0</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40</vt:i4>
      </vt:variant>
    </vt:vector>
  </HeadingPairs>
  <TitlesOfParts>
    <vt:vector size="51" baseType="lpstr">
      <vt:lpstr>Arial</vt:lpstr>
      <vt:lpstr>Britannic Bold</vt:lpstr>
      <vt:lpstr>Calibri</vt:lpstr>
      <vt:lpstr>Calibri Light</vt:lpstr>
      <vt:lpstr>Franklin Gothic Book</vt:lpstr>
      <vt:lpstr>Times New Roman</vt:lpstr>
      <vt:lpstr>MGMCET_IT</vt:lpstr>
      <vt:lpstr>3_Custom Design</vt:lpstr>
      <vt:lpstr>2_Custom Design</vt:lpstr>
      <vt:lpstr>1_Custom Design</vt:lpstr>
      <vt:lpstr>Custom Design</vt:lpstr>
      <vt:lpstr>PowerPoint Presentation</vt:lpstr>
      <vt:lpstr>PowerPoint Presentation</vt:lpstr>
      <vt:lpstr>PowerPoint Presentation</vt:lpstr>
      <vt:lpstr>PROBLEM STATEMENT</vt:lpstr>
      <vt:lpstr>PowerPoint Presentation</vt:lpstr>
      <vt:lpstr>OBJECTIVES</vt:lpstr>
      <vt:lpstr>REQUIREMENT ANALYSIS</vt:lpstr>
      <vt:lpstr>REQUIREMENT ANALYSIS</vt:lpstr>
      <vt:lpstr>FEASIBILITY AND SCOPE</vt:lpstr>
      <vt:lpstr>LITERATURE SURVEY</vt:lpstr>
      <vt:lpstr>LITERATURE SURVEY</vt:lpstr>
      <vt:lpstr>LITERATURE SURVEY</vt:lpstr>
      <vt:lpstr>LITERATURE SURVEY</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DSMANTRI</dc:creator>
  <cp:lastModifiedBy>Aakash Dhotre</cp:lastModifiedBy>
  <cp:revision>806</cp:revision>
  <cp:lastPrinted>1601-01-01T00:00:00Z</cp:lastPrinted>
  <dcterms:created xsi:type="dcterms:W3CDTF">1601-01-01T00:00:00Z</dcterms:created>
  <dcterms:modified xsi:type="dcterms:W3CDTF">2024-04-13T07:26:44Z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MSIP_Label_defa4170-0d19-0005-0004-bc88714345d2_Enabled">
    <vt:lpwstr>true</vt:lpwstr>
  </property>
  <property fmtid="{D5CDD505-2E9C-101B-9397-08002B2CF9AE}" pid="4" name="MSIP_Label_defa4170-0d19-0005-0004-bc88714345d2_SetDate">
    <vt:lpwstr>2023-07-15T13:03:23Z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44ba045d-1fbf-42a7-9537-0b8620d5c796</vt:lpwstr>
  </property>
  <property fmtid="{D5CDD505-2E9C-101B-9397-08002B2CF9AE}" pid="8" name="MSIP_Label_defa4170-0d19-0005-0004-bc88714345d2_ActionId">
    <vt:lpwstr>dbb70600-9e9b-4433-8588-555a93f1b548</vt:lpwstr>
  </property>
  <property fmtid="{D5CDD505-2E9C-101B-9397-08002B2CF9AE}" pid="9" name="MSIP_Label_defa4170-0d19-0005-0004-bc88714345d2_ContentBits">
    <vt:lpwstr>0</vt:lpwstr>
  </property>
</Properties>
</file>